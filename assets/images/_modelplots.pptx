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194625-479F-43E2-B22C-FB5F907C6763}" v="24" dt="2026-03-04T10:27:12.4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maso Feraco" userId="8cbabe6d-e2e9-4c6f-9bcb-53c015138978" providerId="ADAL" clId="{1C194625-479F-43E2-B22C-FB5F907C6763}"/>
    <pc:docChg chg="undo custSel addSld modSld">
      <pc:chgData name="Tommaso Feraco" userId="8cbabe6d-e2e9-4c6f-9bcb-53c015138978" providerId="ADAL" clId="{1C194625-479F-43E2-B22C-FB5F907C6763}" dt="2026-03-04T10:27:46.630" v="342" actId="20577"/>
      <pc:docMkLst>
        <pc:docMk/>
      </pc:docMkLst>
      <pc:sldChg chg="addSp delSp modSp new mod">
        <pc:chgData name="Tommaso Feraco" userId="8cbabe6d-e2e9-4c6f-9bcb-53c015138978" providerId="ADAL" clId="{1C194625-479F-43E2-B22C-FB5F907C6763}" dt="2026-03-04T10:27:46.630" v="342" actId="20577"/>
        <pc:sldMkLst>
          <pc:docMk/>
          <pc:sldMk cId="1886677558" sldId="256"/>
        </pc:sldMkLst>
        <pc:spChg chg="del">
          <ac:chgData name="Tommaso Feraco" userId="8cbabe6d-e2e9-4c6f-9bcb-53c015138978" providerId="ADAL" clId="{1C194625-479F-43E2-B22C-FB5F907C6763}" dt="2026-03-04T10:20:25.812" v="1" actId="478"/>
          <ac:spMkLst>
            <pc:docMk/>
            <pc:sldMk cId="1886677558" sldId="256"/>
            <ac:spMk id="2" creationId="{66FE2099-1EFF-1390-4A6B-12EAC59F50F3}"/>
          </ac:spMkLst>
        </pc:spChg>
        <pc:spChg chg="del">
          <ac:chgData name="Tommaso Feraco" userId="8cbabe6d-e2e9-4c6f-9bcb-53c015138978" providerId="ADAL" clId="{1C194625-479F-43E2-B22C-FB5F907C6763}" dt="2026-03-04T10:20:26.987" v="2" actId="478"/>
          <ac:spMkLst>
            <pc:docMk/>
            <pc:sldMk cId="1886677558" sldId="256"/>
            <ac:spMk id="3" creationId="{7912AA4F-CCA7-10A9-31B9-0D253D101B38}"/>
          </ac:spMkLst>
        </pc:spChg>
        <pc:spChg chg="add mod">
          <ac:chgData name="Tommaso Feraco" userId="8cbabe6d-e2e9-4c6f-9bcb-53c015138978" providerId="ADAL" clId="{1C194625-479F-43E2-B22C-FB5F907C6763}" dt="2026-03-04T10:22:03.384" v="100" actId="1035"/>
          <ac:spMkLst>
            <pc:docMk/>
            <pc:sldMk cId="1886677558" sldId="256"/>
            <ac:spMk id="4" creationId="{979B9F02-5ED5-ADEE-BF9B-A646C614D2EB}"/>
          </ac:spMkLst>
        </pc:spChg>
        <pc:spChg chg="add mod">
          <ac:chgData name="Tommaso Feraco" userId="8cbabe6d-e2e9-4c6f-9bcb-53c015138978" providerId="ADAL" clId="{1C194625-479F-43E2-B22C-FB5F907C6763}" dt="2026-03-04T10:22:03.384" v="100" actId="1035"/>
          <ac:spMkLst>
            <pc:docMk/>
            <pc:sldMk cId="1886677558" sldId="256"/>
            <ac:spMk id="5" creationId="{98468CF0-C389-4ADD-0C1E-137791D15480}"/>
          </ac:spMkLst>
        </pc:spChg>
        <pc:spChg chg="add mod">
          <ac:chgData name="Tommaso Feraco" userId="8cbabe6d-e2e9-4c6f-9bcb-53c015138978" providerId="ADAL" clId="{1C194625-479F-43E2-B22C-FB5F907C6763}" dt="2026-03-04T10:22:03.384" v="100" actId="1035"/>
          <ac:spMkLst>
            <pc:docMk/>
            <pc:sldMk cId="1886677558" sldId="256"/>
            <ac:spMk id="6" creationId="{DE98FB2A-9505-0368-CD5C-153E9F438361}"/>
          </ac:spMkLst>
        </pc:spChg>
        <pc:spChg chg="add mod">
          <ac:chgData name="Tommaso Feraco" userId="8cbabe6d-e2e9-4c6f-9bcb-53c015138978" providerId="ADAL" clId="{1C194625-479F-43E2-B22C-FB5F907C6763}" dt="2026-03-04T10:23:36.838" v="208" actId="1037"/>
          <ac:spMkLst>
            <pc:docMk/>
            <pc:sldMk cId="1886677558" sldId="256"/>
            <ac:spMk id="15" creationId="{F69FC2CF-E5F6-D923-41A3-E2B25C505778}"/>
          </ac:spMkLst>
        </pc:spChg>
        <pc:spChg chg="add mod">
          <ac:chgData name="Tommaso Feraco" userId="8cbabe6d-e2e9-4c6f-9bcb-53c015138978" providerId="ADAL" clId="{1C194625-479F-43E2-B22C-FB5F907C6763}" dt="2026-03-04T10:23:36.838" v="208" actId="1037"/>
          <ac:spMkLst>
            <pc:docMk/>
            <pc:sldMk cId="1886677558" sldId="256"/>
            <ac:spMk id="16" creationId="{96319090-3B92-867C-E7B6-A5A71937A45C}"/>
          </ac:spMkLst>
        </pc:spChg>
        <pc:spChg chg="add mod">
          <ac:chgData name="Tommaso Feraco" userId="8cbabe6d-e2e9-4c6f-9bcb-53c015138978" providerId="ADAL" clId="{1C194625-479F-43E2-B22C-FB5F907C6763}" dt="2026-03-04T10:23:36.838" v="208" actId="1037"/>
          <ac:spMkLst>
            <pc:docMk/>
            <pc:sldMk cId="1886677558" sldId="256"/>
            <ac:spMk id="17" creationId="{41F031F9-0569-4FF6-D2DB-31FEFD4E4909}"/>
          </ac:spMkLst>
        </pc:spChg>
        <pc:spChg chg="add mod">
          <ac:chgData name="Tommaso Feraco" userId="8cbabe6d-e2e9-4c6f-9bcb-53c015138978" providerId="ADAL" clId="{1C194625-479F-43E2-B22C-FB5F907C6763}" dt="2026-03-04T10:23:36.838" v="208" actId="1037"/>
          <ac:spMkLst>
            <pc:docMk/>
            <pc:sldMk cId="1886677558" sldId="256"/>
            <ac:spMk id="18" creationId="{C95ED7A6-71B3-EA06-1ED6-A6E2E06F34A7}"/>
          </ac:spMkLst>
        </pc:spChg>
        <pc:spChg chg="add mod">
          <ac:chgData name="Tommaso Feraco" userId="8cbabe6d-e2e9-4c6f-9bcb-53c015138978" providerId="ADAL" clId="{1C194625-479F-43E2-B22C-FB5F907C6763}" dt="2026-03-04T10:24:45.863" v="258" actId="20577"/>
          <ac:spMkLst>
            <pc:docMk/>
            <pc:sldMk cId="1886677558" sldId="256"/>
            <ac:spMk id="30" creationId="{0397C144-F8E9-5EC3-C8F5-F7F185D5CA49}"/>
          </ac:spMkLst>
        </pc:spChg>
        <pc:spChg chg="add mod">
          <ac:chgData name="Tommaso Feraco" userId="8cbabe6d-e2e9-4c6f-9bcb-53c015138978" providerId="ADAL" clId="{1C194625-479F-43E2-B22C-FB5F907C6763}" dt="2026-03-04T10:24:48.456" v="260" actId="20577"/>
          <ac:spMkLst>
            <pc:docMk/>
            <pc:sldMk cId="1886677558" sldId="256"/>
            <ac:spMk id="31" creationId="{A00BF946-B335-3AAC-2970-1A1813DD9FA7}"/>
          </ac:spMkLst>
        </pc:spChg>
        <pc:spChg chg="add mod">
          <ac:chgData name="Tommaso Feraco" userId="8cbabe6d-e2e9-4c6f-9bcb-53c015138978" providerId="ADAL" clId="{1C194625-479F-43E2-B22C-FB5F907C6763}" dt="2026-03-04T10:24:50.792" v="262" actId="20577"/>
          <ac:spMkLst>
            <pc:docMk/>
            <pc:sldMk cId="1886677558" sldId="256"/>
            <ac:spMk id="32" creationId="{6C3F0318-3790-308B-3194-064FC18914D3}"/>
          </ac:spMkLst>
        </pc:spChg>
        <pc:spChg chg="add mod">
          <ac:chgData name="Tommaso Feraco" userId="8cbabe6d-e2e9-4c6f-9bcb-53c015138978" providerId="ADAL" clId="{1C194625-479F-43E2-B22C-FB5F907C6763}" dt="2026-03-04T10:24:54.247" v="264" actId="20577"/>
          <ac:spMkLst>
            <pc:docMk/>
            <pc:sldMk cId="1886677558" sldId="256"/>
            <ac:spMk id="33" creationId="{A4E82999-3518-C345-7DE9-8EC311E8625D}"/>
          </ac:spMkLst>
        </pc:spChg>
        <pc:spChg chg="add mod">
          <ac:chgData name="Tommaso Feraco" userId="8cbabe6d-e2e9-4c6f-9bcb-53c015138978" providerId="ADAL" clId="{1C194625-479F-43E2-B22C-FB5F907C6763}" dt="2026-03-04T10:26:05.125" v="283" actId="20577"/>
          <ac:spMkLst>
            <pc:docMk/>
            <pc:sldMk cId="1886677558" sldId="256"/>
            <ac:spMk id="50" creationId="{B0074E4D-3628-4DC3-AFBC-F0765FBFCD7C}"/>
          </ac:spMkLst>
        </pc:spChg>
        <pc:spChg chg="add mod">
          <ac:chgData name="Tommaso Feraco" userId="8cbabe6d-e2e9-4c6f-9bcb-53c015138978" providerId="ADAL" clId="{1C194625-479F-43E2-B22C-FB5F907C6763}" dt="2026-03-04T10:26:07.511" v="285" actId="20577"/>
          <ac:spMkLst>
            <pc:docMk/>
            <pc:sldMk cId="1886677558" sldId="256"/>
            <ac:spMk id="51" creationId="{17FAA0FB-AE04-736C-F448-B7346D5EF4DB}"/>
          </ac:spMkLst>
        </pc:spChg>
        <pc:spChg chg="add mod">
          <ac:chgData name="Tommaso Feraco" userId="8cbabe6d-e2e9-4c6f-9bcb-53c015138978" providerId="ADAL" clId="{1C194625-479F-43E2-B22C-FB5F907C6763}" dt="2026-03-04T10:26:09.637" v="287" actId="20577"/>
          <ac:spMkLst>
            <pc:docMk/>
            <pc:sldMk cId="1886677558" sldId="256"/>
            <ac:spMk id="52" creationId="{F7D1BF9F-60AD-9A07-5AB2-37492AE4C2F5}"/>
          </ac:spMkLst>
        </pc:spChg>
        <pc:spChg chg="add mod">
          <ac:chgData name="Tommaso Feraco" userId="8cbabe6d-e2e9-4c6f-9bcb-53c015138978" providerId="ADAL" clId="{1C194625-479F-43E2-B22C-FB5F907C6763}" dt="2026-03-04T10:26:12.215" v="289" actId="20577"/>
          <ac:spMkLst>
            <pc:docMk/>
            <pc:sldMk cId="1886677558" sldId="256"/>
            <ac:spMk id="53" creationId="{8A7F1E4E-C785-628C-C689-DCC8A568368A}"/>
          </ac:spMkLst>
        </pc:spChg>
        <pc:spChg chg="add mod">
          <ac:chgData name="Tommaso Feraco" userId="8cbabe6d-e2e9-4c6f-9bcb-53c015138978" providerId="ADAL" clId="{1C194625-479F-43E2-B22C-FB5F907C6763}" dt="2026-03-04T10:26:31.390" v="295" actId="1076"/>
          <ac:spMkLst>
            <pc:docMk/>
            <pc:sldMk cId="1886677558" sldId="256"/>
            <ac:spMk id="70" creationId="{8A900C4D-987C-16B9-4308-FA1F6135084E}"/>
          </ac:spMkLst>
        </pc:spChg>
        <pc:spChg chg="add mod">
          <ac:chgData name="Tommaso Feraco" userId="8cbabe6d-e2e9-4c6f-9bcb-53c015138978" providerId="ADAL" clId="{1C194625-479F-43E2-B22C-FB5F907C6763}" dt="2026-03-04T10:27:18.581" v="320" actId="20577"/>
          <ac:spMkLst>
            <pc:docMk/>
            <pc:sldMk cId="1886677558" sldId="256"/>
            <ac:spMk id="71" creationId="{109028E5-D34D-3CFC-28AB-5348A6BC6B3B}"/>
          </ac:spMkLst>
        </pc:spChg>
        <pc:spChg chg="add mod">
          <ac:chgData name="Tommaso Feraco" userId="8cbabe6d-e2e9-4c6f-9bcb-53c015138978" providerId="ADAL" clId="{1C194625-479F-43E2-B22C-FB5F907C6763}" dt="2026-03-04T10:27:21.766" v="322" actId="6549"/>
          <ac:spMkLst>
            <pc:docMk/>
            <pc:sldMk cId="1886677558" sldId="256"/>
            <ac:spMk id="72" creationId="{A4960D43-1C56-6B34-F2D0-CE2A86DE5029}"/>
          </ac:spMkLst>
        </pc:spChg>
        <pc:spChg chg="add mod">
          <ac:chgData name="Tommaso Feraco" userId="8cbabe6d-e2e9-4c6f-9bcb-53c015138978" providerId="ADAL" clId="{1C194625-479F-43E2-B22C-FB5F907C6763}" dt="2026-03-04T10:27:24.421" v="326" actId="20577"/>
          <ac:spMkLst>
            <pc:docMk/>
            <pc:sldMk cId="1886677558" sldId="256"/>
            <ac:spMk id="73" creationId="{94FFA3BA-3992-2A23-75CE-D9D120362ECB}"/>
          </ac:spMkLst>
        </pc:spChg>
        <pc:spChg chg="add mod">
          <ac:chgData name="Tommaso Feraco" userId="8cbabe6d-e2e9-4c6f-9bcb-53c015138978" providerId="ADAL" clId="{1C194625-479F-43E2-B22C-FB5F907C6763}" dt="2026-03-04T10:27:26.901" v="328" actId="20577"/>
          <ac:spMkLst>
            <pc:docMk/>
            <pc:sldMk cId="1886677558" sldId="256"/>
            <ac:spMk id="74" creationId="{EA949126-D8F1-EA06-0256-63603982B60E}"/>
          </ac:spMkLst>
        </pc:spChg>
        <pc:spChg chg="add mod">
          <ac:chgData name="Tommaso Feraco" userId="8cbabe6d-e2e9-4c6f-9bcb-53c015138978" providerId="ADAL" clId="{1C194625-479F-43E2-B22C-FB5F907C6763}" dt="2026-03-04T10:27:28.757" v="330" actId="20577"/>
          <ac:spMkLst>
            <pc:docMk/>
            <pc:sldMk cId="1886677558" sldId="256"/>
            <ac:spMk id="75" creationId="{F42BE663-28B0-8E74-548E-541B09FE6ED1}"/>
          </ac:spMkLst>
        </pc:spChg>
        <pc:spChg chg="add mod">
          <ac:chgData name="Tommaso Feraco" userId="8cbabe6d-e2e9-4c6f-9bcb-53c015138978" providerId="ADAL" clId="{1C194625-479F-43E2-B22C-FB5F907C6763}" dt="2026-03-04T10:27:31.205" v="332" actId="20577"/>
          <ac:spMkLst>
            <pc:docMk/>
            <pc:sldMk cId="1886677558" sldId="256"/>
            <ac:spMk id="76" creationId="{4C6D82E3-2524-A173-D836-EF852B78C48D}"/>
          </ac:spMkLst>
        </pc:spChg>
        <pc:spChg chg="add mod">
          <ac:chgData name="Tommaso Feraco" userId="8cbabe6d-e2e9-4c6f-9bcb-53c015138978" providerId="ADAL" clId="{1C194625-479F-43E2-B22C-FB5F907C6763}" dt="2026-03-04T10:27:36.774" v="334" actId="20577"/>
          <ac:spMkLst>
            <pc:docMk/>
            <pc:sldMk cId="1886677558" sldId="256"/>
            <ac:spMk id="77" creationId="{D1A2761C-6093-1674-E1E1-2935314F464B}"/>
          </ac:spMkLst>
        </pc:spChg>
        <pc:spChg chg="add mod">
          <ac:chgData name="Tommaso Feraco" userId="8cbabe6d-e2e9-4c6f-9bcb-53c015138978" providerId="ADAL" clId="{1C194625-479F-43E2-B22C-FB5F907C6763}" dt="2026-03-04T10:27:39.575" v="336" actId="20577"/>
          <ac:spMkLst>
            <pc:docMk/>
            <pc:sldMk cId="1886677558" sldId="256"/>
            <ac:spMk id="78" creationId="{5D47022C-B7F0-B572-C32A-6BDCFB9055C0}"/>
          </ac:spMkLst>
        </pc:spChg>
        <pc:spChg chg="add mod">
          <ac:chgData name="Tommaso Feraco" userId="8cbabe6d-e2e9-4c6f-9bcb-53c015138978" providerId="ADAL" clId="{1C194625-479F-43E2-B22C-FB5F907C6763}" dt="2026-03-04T10:27:41.847" v="338" actId="20577"/>
          <ac:spMkLst>
            <pc:docMk/>
            <pc:sldMk cId="1886677558" sldId="256"/>
            <ac:spMk id="79" creationId="{6CFE5BB3-64D7-69E8-1621-9721F2FA6E0B}"/>
          </ac:spMkLst>
        </pc:spChg>
        <pc:spChg chg="add mod">
          <ac:chgData name="Tommaso Feraco" userId="8cbabe6d-e2e9-4c6f-9bcb-53c015138978" providerId="ADAL" clId="{1C194625-479F-43E2-B22C-FB5F907C6763}" dt="2026-03-04T10:27:43.579" v="340" actId="20577"/>
          <ac:spMkLst>
            <pc:docMk/>
            <pc:sldMk cId="1886677558" sldId="256"/>
            <ac:spMk id="80" creationId="{EB54BA43-6B01-1036-CD87-8AFC49CC9E86}"/>
          </ac:spMkLst>
        </pc:spChg>
        <pc:spChg chg="add mod">
          <ac:chgData name="Tommaso Feraco" userId="8cbabe6d-e2e9-4c6f-9bcb-53c015138978" providerId="ADAL" clId="{1C194625-479F-43E2-B22C-FB5F907C6763}" dt="2026-03-04T10:27:46.630" v="342" actId="20577"/>
          <ac:spMkLst>
            <pc:docMk/>
            <pc:sldMk cId="1886677558" sldId="256"/>
            <ac:spMk id="81" creationId="{454565FD-161A-B1C5-2BC8-724AF20D1AAA}"/>
          </ac:spMkLst>
        </pc:spChg>
        <pc:cxnChg chg="add mod">
          <ac:chgData name="Tommaso Feraco" userId="8cbabe6d-e2e9-4c6f-9bcb-53c015138978" providerId="ADAL" clId="{1C194625-479F-43E2-B22C-FB5F907C6763}" dt="2026-03-04T10:22:14.613" v="103" actId="1582"/>
          <ac:cxnSpMkLst>
            <pc:docMk/>
            <pc:sldMk cId="1886677558" sldId="256"/>
            <ac:cxnSpMk id="8" creationId="{80F85C28-7597-0708-85DF-A67A75F05530}"/>
          </ac:cxnSpMkLst>
        </pc:cxnChg>
        <pc:cxnChg chg="add mod">
          <ac:chgData name="Tommaso Feraco" userId="8cbabe6d-e2e9-4c6f-9bcb-53c015138978" providerId="ADAL" clId="{1C194625-479F-43E2-B22C-FB5F907C6763}" dt="2026-03-04T10:22:23.121" v="106" actId="14100"/>
          <ac:cxnSpMkLst>
            <pc:docMk/>
            <pc:sldMk cId="1886677558" sldId="256"/>
            <ac:cxnSpMk id="9" creationId="{7D7960BE-D55D-A49D-FBF4-BF5DC6F5AA6D}"/>
          </ac:cxnSpMkLst>
        </pc:cxnChg>
        <pc:cxnChg chg="add mod">
          <ac:chgData name="Tommaso Feraco" userId="8cbabe6d-e2e9-4c6f-9bcb-53c015138978" providerId="ADAL" clId="{1C194625-479F-43E2-B22C-FB5F907C6763}" dt="2026-03-04T10:22:30.787" v="109" actId="14100"/>
          <ac:cxnSpMkLst>
            <pc:docMk/>
            <pc:sldMk cId="1886677558" sldId="256"/>
            <ac:cxnSpMk id="12" creationId="{0C20CD96-05DD-7E70-BF16-6299EC7886A5}"/>
          </ac:cxnSpMkLst>
        </pc:cxnChg>
        <pc:cxnChg chg="add mod">
          <ac:chgData name="Tommaso Feraco" userId="8cbabe6d-e2e9-4c6f-9bcb-53c015138978" providerId="ADAL" clId="{1C194625-479F-43E2-B22C-FB5F907C6763}" dt="2026-03-04T10:23:43.427" v="210" actId="13822"/>
          <ac:cxnSpMkLst>
            <pc:docMk/>
            <pc:sldMk cId="1886677558" sldId="256"/>
            <ac:cxnSpMk id="20" creationId="{F23D44C1-E07F-C314-1A30-BB39BCA9926B}"/>
          </ac:cxnSpMkLst>
        </pc:cxnChg>
        <pc:cxnChg chg="add mod">
          <ac:chgData name="Tommaso Feraco" userId="8cbabe6d-e2e9-4c6f-9bcb-53c015138978" providerId="ADAL" clId="{1C194625-479F-43E2-B22C-FB5F907C6763}" dt="2026-03-04T10:23:48.544" v="213" actId="14100"/>
          <ac:cxnSpMkLst>
            <pc:docMk/>
            <pc:sldMk cId="1886677558" sldId="256"/>
            <ac:cxnSpMk id="21" creationId="{A0EB1702-4452-5103-23C8-FA8E9AE3FCFB}"/>
          </ac:cxnSpMkLst>
        </pc:cxnChg>
        <pc:cxnChg chg="add mod">
          <ac:chgData name="Tommaso Feraco" userId="8cbabe6d-e2e9-4c6f-9bcb-53c015138978" providerId="ADAL" clId="{1C194625-479F-43E2-B22C-FB5F907C6763}" dt="2026-03-04T10:23:53.903" v="216" actId="14100"/>
          <ac:cxnSpMkLst>
            <pc:docMk/>
            <pc:sldMk cId="1886677558" sldId="256"/>
            <ac:cxnSpMk id="24" creationId="{3CC96AC0-8B41-95C8-BE89-7AFDE47C6F10}"/>
          </ac:cxnSpMkLst>
        </pc:cxnChg>
        <pc:cxnChg chg="add mod">
          <ac:chgData name="Tommaso Feraco" userId="8cbabe6d-e2e9-4c6f-9bcb-53c015138978" providerId="ADAL" clId="{1C194625-479F-43E2-B22C-FB5F907C6763}" dt="2026-03-04T10:23:59.079" v="219" actId="14100"/>
          <ac:cxnSpMkLst>
            <pc:docMk/>
            <pc:sldMk cId="1886677558" sldId="256"/>
            <ac:cxnSpMk id="27" creationId="{86BBEA8C-8F7A-459F-2BE7-05B045233DEE}"/>
          </ac:cxnSpMkLst>
        </pc:cxnChg>
        <pc:cxnChg chg="add mod">
          <ac:chgData name="Tommaso Feraco" userId="8cbabe6d-e2e9-4c6f-9bcb-53c015138978" providerId="ADAL" clId="{1C194625-479F-43E2-B22C-FB5F907C6763}" dt="2026-03-04T10:24:41.911" v="256" actId="1037"/>
          <ac:cxnSpMkLst>
            <pc:docMk/>
            <pc:sldMk cId="1886677558" sldId="256"/>
            <ac:cxnSpMk id="34" creationId="{52FF42CA-7B5E-C4BF-B257-AEE3048584F0}"/>
          </ac:cxnSpMkLst>
        </pc:cxnChg>
        <pc:cxnChg chg="add mod">
          <ac:chgData name="Tommaso Feraco" userId="8cbabe6d-e2e9-4c6f-9bcb-53c015138978" providerId="ADAL" clId="{1C194625-479F-43E2-B22C-FB5F907C6763}" dt="2026-03-04T10:24:41.911" v="256" actId="1037"/>
          <ac:cxnSpMkLst>
            <pc:docMk/>
            <pc:sldMk cId="1886677558" sldId="256"/>
            <ac:cxnSpMk id="35" creationId="{858B93AE-9DEB-A9A4-BEA9-522CBF7D4FC1}"/>
          </ac:cxnSpMkLst>
        </pc:cxnChg>
        <pc:cxnChg chg="add mod">
          <ac:chgData name="Tommaso Feraco" userId="8cbabe6d-e2e9-4c6f-9bcb-53c015138978" providerId="ADAL" clId="{1C194625-479F-43E2-B22C-FB5F907C6763}" dt="2026-03-04T10:24:41.911" v="256" actId="1037"/>
          <ac:cxnSpMkLst>
            <pc:docMk/>
            <pc:sldMk cId="1886677558" sldId="256"/>
            <ac:cxnSpMk id="36" creationId="{C025D2A2-D453-6BB5-9229-FA320D2EC654}"/>
          </ac:cxnSpMkLst>
        </pc:cxnChg>
        <pc:cxnChg chg="add mod">
          <ac:chgData name="Tommaso Feraco" userId="8cbabe6d-e2e9-4c6f-9bcb-53c015138978" providerId="ADAL" clId="{1C194625-479F-43E2-B22C-FB5F907C6763}" dt="2026-03-04T10:24:41.911" v="256" actId="1037"/>
          <ac:cxnSpMkLst>
            <pc:docMk/>
            <pc:sldMk cId="1886677558" sldId="256"/>
            <ac:cxnSpMk id="37" creationId="{C8497E6A-2FF8-C4A2-860E-94F416E18028}"/>
          </ac:cxnSpMkLst>
        </pc:cxnChg>
        <pc:cxnChg chg="add mod">
          <ac:chgData name="Tommaso Feraco" userId="8cbabe6d-e2e9-4c6f-9bcb-53c015138978" providerId="ADAL" clId="{1C194625-479F-43E2-B22C-FB5F907C6763}" dt="2026-03-04T10:25:42.830" v="278" actId="14100"/>
          <ac:cxnSpMkLst>
            <pc:docMk/>
            <pc:sldMk cId="1886677558" sldId="256"/>
            <ac:cxnSpMk id="54" creationId="{453C5A8E-6E73-E44F-6828-52AB4087EF12}"/>
          </ac:cxnSpMkLst>
        </pc:cxnChg>
        <pc:cxnChg chg="add mod">
          <ac:chgData name="Tommaso Feraco" userId="8cbabe6d-e2e9-4c6f-9bcb-53c015138978" providerId="ADAL" clId="{1C194625-479F-43E2-B22C-FB5F907C6763}" dt="2026-03-04T10:25:45.213" v="279" actId="14100"/>
          <ac:cxnSpMkLst>
            <pc:docMk/>
            <pc:sldMk cId="1886677558" sldId="256"/>
            <ac:cxnSpMk id="55" creationId="{8DB25389-50C2-E51D-50B9-1C297CC860C2}"/>
          </ac:cxnSpMkLst>
        </pc:cxnChg>
        <pc:cxnChg chg="add mod">
          <ac:chgData name="Tommaso Feraco" userId="8cbabe6d-e2e9-4c6f-9bcb-53c015138978" providerId="ADAL" clId="{1C194625-479F-43E2-B22C-FB5F907C6763}" dt="2026-03-04T10:25:47.287" v="280" actId="14100"/>
          <ac:cxnSpMkLst>
            <pc:docMk/>
            <pc:sldMk cId="1886677558" sldId="256"/>
            <ac:cxnSpMk id="56" creationId="{30C612A4-9591-22A9-BA0A-9ACD219FD48D}"/>
          </ac:cxnSpMkLst>
        </pc:cxnChg>
        <pc:cxnChg chg="add mod">
          <ac:chgData name="Tommaso Feraco" userId="8cbabe6d-e2e9-4c6f-9bcb-53c015138978" providerId="ADAL" clId="{1C194625-479F-43E2-B22C-FB5F907C6763}" dt="2026-03-04T10:25:49.631" v="281" actId="14100"/>
          <ac:cxnSpMkLst>
            <pc:docMk/>
            <pc:sldMk cId="1886677558" sldId="256"/>
            <ac:cxnSpMk id="57" creationId="{D014EEBB-772D-A07C-8D01-57F7C131F4E1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103F251-A3FB-CA95-9835-0AEC55ABE0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5C99FD8-D926-6704-CFAE-B3D865999F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0279264-A734-360C-9B4B-E35543900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13FEA-4446-4403-9D47-428643313D64}" type="datetimeFigureOut">
              <a:rPr lang="it-IT" smtClean="0"/>
              <a:t>04/03/2026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2742448-3C18-3BFB-2C09-EA84F66FF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FCC6E9D-FE7B-225A-2655-1CDDDB59B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79258-C923-4205-8EDB-158744648DC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16591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47B89E8-1D84-75FF-FA15-D1B364005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C40242F-8907-D04E-F5FA-85076D006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F8365B3-AD7C-C685-D8BF-C1452D0CC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13FEA-4446-4403-9D47-428643313D64}" type="datetimeFigureOut">
              <a:rPr lang="it-IT" smtClean="0"/>
              <a:t>04/03/2026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6B531DC-A714-2A6D-5441-D1BE09619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2A8E346-C37C-8F69-AF72-C8133CE0E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79258-C923-4205-8EDB-158744648DC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83768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B8310B-40E4-604C-1851-340E6D872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0703658-F68A-9B9A-EE2C-D8C7810078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C3B7C00-2B4E-514E-D627-F745ED90D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13FEA-4446-4403-9D47-428643313D64}" type="datetimeFigureOut">
              <a:rPr lang="it-IT" smtClean="0"/>
              <a:t>04/03/2026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C1472F9-E5E4-221C-F0BD-2353BE878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A8A6666-32C6-7475-729F-6FD75165D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79258-C923-4205-8EDB-158744648DC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87104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CD1BCF-794F-43C0-0F4F-EEDCD8F49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8367A01-AABC-A71C-765F-62776A194B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FBE6771-11CF-68D1-E0D4-7AE71EFBD4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78D3ACB-CF5C-1D0A-3D25-1599A2D54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13FEA-4446-4403-9D47-428643313D64}" type="datetimeFigureOut">
              <a:rPr lang="it-IT" smtClean="0"/>
              <a:t>04/03/2026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EA3F1D5-2F91-BD40-EC09-93B76BF56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2D27981-CA0D-7FCE-D8BD-913678388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79258-C923-4205-8EDB-158744648DC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9596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4D4C1B4-1D9C-8FFD-063B-B054E7EA1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93298A0-9FD8-9E22-3549-F9D4B665B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05512F7-57C8-BBC7-4AB1-35DABB745E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83E927E4-AD7F-8C32-0CAB-26273608D9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BBC124C-A3ED-677F-C27B-18AA79297B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823C5B72-21D3-FEC1-ECCF-BFEE7FB48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13FEA-4446-4403-9D47-428643313D64}" type="datetimeFigureOut">
              <a:rPr lang="it-IT" smtClean="0"/>
              <a:t>04/03/2026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09B3675-4FC5-589C-9C66-69A7B5CB6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684EC475-ACEF-9BE5-7B31-0258D8AA1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79258-C923-4205-8EDB-158744648DC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75894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C6AC549-0754-A28D-49DC-A4B1DD843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CF15081-328D-84CA-0317-782BFFAD3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13FEA-4446-4403-9D47-428643313D64}" type="datetimeFigureOut">
              <a:rPr lang="it-IT" smtClean="0"/>
              <a:t>04/03/2026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E52AC4D-C0A9-8360-1840-405ADF8F6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EAB63A8-AAC2-FCDB-F0AF-3DD68891D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79258-C923-4205-8EDB-158744648DC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5396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DD030C95-E327-C4AF-5AE1-457D13F14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13FEA-4446-4403-9D47-428643313D64}" type="datetimeFigureOut">
              <a:rPr lang="it-IT" smtClean="0"/>
              <a:t>04/03/2026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37F8091-9D6E-9940-488A-C099C548B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2B99B2A-5D06-9294-0A4A-D55AB1676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79258-C923-4205-8EDB-158744648DC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79836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E6E953A-A804-E03D-9A5C-56CF0B8F0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666D88A-2F24-6CF2-BA85-32D9A35BA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FFEFC77-74FF-9C81-5F31-716D9F8330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332D8F7-4FB8-4B6A-8ADB-F3001B87E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13FEA-4446-4403-9D47-428643313D64}" type="datetimeFigureOut">
              <a:rPr lang="it-IT" smtClean="0"/>
              <a:t>04/03/2026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F47FDC2-19BB-0760-47C6-9AECFB56A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0D2F77D-3C54-769B-CBBD-718F8F196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79258-C923-4205-8EDB-158744648DC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3814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E0B0C8-8ADD-5F22-6880-05F2662FF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FA6C989E-E1DA-F1B3-70D6-6398ABBCA3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07DCE2E-DA28-8964-C7CC-38D74D5E6C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88836E6-3B81-AF6B-BD8B-90540BC33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13FEA-4446-4403-9D47-428643313D64}" type="datetimeFigureOut">
              <a:rPr lang="it-IT" smtClean="0"/>
              <a:t>04/03/2026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340DADE-7B88-1D25-443F-69CC3CDF0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E9B28BE-93EF-3348-0DE6-2632EB49C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79258-C923-4205-8EDB-158744648DC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2116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98BB451-5117-A1DB-D52B-86B799311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81C543D-41B1-0561-5A60-E167C94DCB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3345467-123F-5A35-2791-941041992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13FEA-4446-4403-9D47-428643313D64}" type="datetimeFigureOut">
              <a:rPr lang="it-IT" smtClean="0"/>
              <a:t>04/03/2026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88A2BE6-C6E7-C7B6-64E7-A6F2118A3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9341307-477E-6A96-25A0-42034D7CA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79258-C923-4205-8EDB-158744648DC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721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4217C2-6AED-5ABB-6BB5-02E01FFB77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6CF36F0-F67E-D487-D881-C8578AC48C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43EB39A-B309-19C9-8EF2-8B609F8DB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13FEA-4446-4403-9D47-428643313D64}" type="datetimeFigureOut">
              <a:rPr lang="it-IT" smtClean="0"/>
              <a:t>04/03/2026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092389F-8CC9-D3E0-995B-47EDB8190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A0ADA59-263F-A532-1B7E-B2849FCFE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79258-C923-4205-8EDB-158744648DC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09379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B579D7F6-F286-CFEE-B773-2192F5B1B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BB36583-E372-87C3-C43B-B652AB10D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8D64BE9-6BF1-511B-D940-5525E3B97F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D13FEA-4446-4403-9D47-428643313D64}" type="datetimeFigureOut">
              <a:rPr lang="it-IT" smtClean="0"/>
              <a:t>04/03/2026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22A0817-AAF3-A0A2-E700-37A1B4F773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2DED8D6-3B0F-5E57-C9C7-4802FB32DE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879258-C923-4205-8EDB-158744648DC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95741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e 3">
            <a:extLst>
              <a:ext uri="{FF2B5EF4-FFF2-40B4-BE49-F238E27FC236}">
                <a16:creationId xmlns:a16="http://schemas.microsoft.com/office/drawing/2014/main" id="{979B9F02-5ED5-ADEE-BF9B-A646C614D2EB}"/>
              </a:ext>
            </a:extLst>
          </p:cNvPr>
          <p:cNvSpPr/>
          <p:nvPr/>
        </p:nvSpPr>
        <p:spPr>
          <a:xfrm>
            <a:off x="2288110" y="1710631"/>
            <a:ext cx="2092569" cy="1143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200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5" name="Ovale 4">
            <a:extLst>
              <a:ext uri="{FF2B5EF4-FFF2-40B4-BE49-F238E27FC236}">
                <a16:creationId xmlns:a16="http://schemas.microsoft.com/office/drawing/2014/main" id="{98468CF0-C389-4ADD-0C1E-137791D15480}"/>
              </a:ext>
            </a:extLst>
          </p:cNvPr>
          <p:cNvSpPr/>
          <p:nvPr/>
        </p:nvSpPr>
        <p:spPr>
          <a:xfrm>
            <a:off x="5162374" y="4049150"/>
            <a:ext cx="2092569" cy="1143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200" dirty="0">
                <a:solidFill>
                  <a:schemeClr val="tx1"/>
                </a:solidFill>
              </a:rPr>
              <a:t>Z</a:t>
            </a:r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DE98FB2A-9505-0368-CD5C-153E9F438361}"/>
              </a:ext>
            </a:extLst>
          </p:cNvPr>
          <p:cNvSpPr/>
          <p:nvPr/>
        </p:nvSpPr>
        <p:spPr>
          <a:xfrm>
            <a:off x="8036638" y="1710631"/>
            <a:ext cx="2092569" cy="1143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200" dirty="0">
                <a:solidFill>
                  <a:schemeClr val="tx1"/>
                </a:solidFill>
              </a:rPr>
              <a:t>Y</a:t>
            </a:r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80F85C28-7597-0708-85DF-A67A75F05530}"/>
              </a:ext>
            </a:extLst>
          </p:cNvPr>
          <p:cNvCxnSpPr>
            <a:stCxn id="4" idx="6"/>
            <a:endCxn id="6" idx="2"/>
          </p:cNvCxnSpPr>
          <p:nvPr/>
        </p:nvCxnSpPr>
        <p:spPr>
          <a:xfrm>
            <a:off x="4380679" y="2282131"/>
            <a:ext cx="3655959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7D7960BE-D55D-A49D-FBF4-BF5DC6F5AA6D}"/>
              </a:ext>
            </a:extLst>
          </p:cNvPr>
          <p:cNvCxnSpPr>
            <a:cxnSpLocks/>
            <a:stCxn id="4" idx="6"/>
            <a:endCxn id="5" idx="0"/>
          </p:cNvCxnSpPr>
          <p:nvPr/>
        </p:nvCxnSpPr>
        <p:spPr>
          <a:xfrm>
            <a:off x="4380679" y="2282131"/>
            <a:ext cx="1827980" cy="176701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0C20CD96-05DD-7E70-BF16-6299EC7886A5}"/>
              </a:ext>
            </a:extLst>
          </p:cNvPr>
          <p:cNvCxnSpPr>
            <a:cxnSpLocks/>
            <a:stCxn id="5" idx="0"/>
            <a:endCxn id="6" idx="2"/>
          </p:cNvCxnSpPr>
          <p:nvPr/>
        </p:nvCxnSpPr>
        <p:spPr>
          <a:xfrm flipV="1">
            <a:off x="6208659" y="2282131"/>
            <a:ext cx="1827979" cy="176701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Rettangolo 14">
            <a:extLst>
              <a:ext uri="{FF2B5EF4-FFF2-40B4-BE49-F238E27FC236}">
                <a16:creationId xmlns:a16="http://schemas.microsoft.com/office/drawing/2014/main" id="{F69FC2CF-E5F6-D923-41A3-E2B25C505778}"/>
              </a:ext>
            </a:extLst>
          </p:cNvPr>
          <p:cNvSpPr/>
          <p:nvPr/>
        </p:nvSpPr>
        <p:spPr>
          <a:xfrm>
            <a:off x="671499" y="1028347"/>
            <a:ext cx="512064" cy="4663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X1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96319090-3B92-867C-E7B6-A5A71937A45C}"/>
              </a:ext>
            </a:extLst>
          </p:cNvPr>
          <p:cNvSpPr/>
          <p:nvPr/>
        </p:nvSpPr>
        <p:spPr>
          <a:xfrm>
            <a:off x="671499" y="1706879"/>
            <a:ext cx="512064" cy="4663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X2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41F031F9-0569-4FF6-D2DB-31FEFD4E4909}"/>
              </a:ext>
            </a:extLst>
          </p:cNvPr>
          <p:cNvSpPr/>
          <p:nvPr/>
        </p:nvSpPr>
        <p:spPr>
          <a:xfrm>
            <a:off x="678885" y="2385411"/>
            <a:ext cx="512064" cy="4663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X3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C95ED7A6-71B3-EA06-1ED6-A6E2E06F34A7}"/>
              </a:ext>
            </a:extLst>
          </p:cNvPr>
          <p:cNvSpPr/>
          <p:nvPr/>
        </p:nvSpPr>
        <p:spPr>
          <a:xfrm>
            <a:off x="671499" y="3063943"/>
            <a:ext cx="512064" cy="4663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X4</a:t>
            </a:r>
          </a:p>
        </p:txBody>
      </p: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F23D44C1-E07F-C314-1A30-BB39BCA9926B}"/>
              </a:ext>
            </a:extLst>
          </p:cNvPr>
          <p:cNvCxnSpPr>
            <a:stCxn id="4" idx="2"/>
            <a:endCxn id="15" idx="3"/>
          </p:cNvCxnSpPr>
          <p:nvPr/>
        </p:nvCxnSpPr>
        <p:spPr>
          <a:xfrm flipH="1" flipV="1">
            <a:off x="1183563" y="1261519"/>
            <a:ext cx="1104547" cy="10206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A0EB1702-4452-5103-23C8-FA8E9AE3FCFB}"/>
              </a:ext>
            </a:extLst>
          </p:cNvPr>
          <p:cNvCxnSpPr>
            <a:cxnSpLocks/>
            <a:stCxn id="4" idx="2"/>
            <a:endCxn id="16" idx="3"/>
          </p:cNvCxnSpPr>
          <p:nvPr/>
        </p:nvCxnSpPr>
        <p:spPr>
          <a:xfrm flipH="1" flipV="1">
            <a:off x="1183563" y="1940051"/>
            <a:ext cx="1104547" cy="342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3CC96AC0-8B41-95C8-BE89-7AFDE47C6F10}"/>
              </a:ext>
            </a:extLst>
          </p:cNvPr>
          <p:cNvCxnSpPr>
            <a:cxnSpLocks/>
            <a:stCxn id="4" idx="2"/>
            <a:endCxn id="17" idx="3"/>
          </p:cNvCxnSpPr>
          <p:nvPr/>
        </p:nvCxnSpPr>
        <p:spPr>
          <a:xfrm flipH="1">
            <a:off x="1190949" y="2282131"/>
            <a:ext cx="1097161" cy="3364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86BBEA8C-8F7A-459F-2BE7-05B045233DEE}"/>
              </a:ext>
            </a:extLst>
          </p:cNvPr>
          <p:cNvCxnSpPr>
            <a:cxnSpLocks/>
            <a:stCxn id="4" idx="2"/>
            <a:endCxn id="18" idx="3"/>
          </p:cNvCxnSpPr>
          <p:nvPr/>
        </p:nvCxnSpPr>
        <p:spPr>
          <a:xfrm flipH="1">
            <a:off x="1183563" y="2282131"/>
            <a:ext cx="1104547" cy="10149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Rettangolo 29">
            <a:extLst>
              <a:ext uri="{FF2B5EF4-FFF2-40B4-BE49-F238E27FC236}">
                <a16:creationId xmlns:a16="http://schemas.microsoft.com/office/drawing/2014/main" id="{0397C144-F8E9-5EC3-C8F5-F7F185D5CA49}"/>
              </a:ext>
            </a:extLst>
          </p:cNvPr>
          <p:cNvSpPr/>
          <p:nvPr/>
        </p:nvSpPr>
        <p:spPr>
          <a:xfrm>
            <a:off x="11337621" y="1038194"/>
            <a:ext cx="512064" cy="4663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Y1</a:t>
            </a:r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A00BF946-B335-3AAC-2970-1A1813DD9FA7}"/>
              </a:ext>
            </a:extLst>
          </p:cNvPr>
          <p:cNvSpPr/>
          <p:nvPr/>
        </p:nvSpPr>
        <p:spPr>
          <a:xfrm>
            <a:off x="11337621" y="1716726"/>
            <a:ext cx="512064" cy="4663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Y2</a:t>
            </a:r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6C3F0318-3790-308B-3194-064FC18914D3}"/>
              </a:ext>
            </a:extLst>
          </p:cNvPr>
          <p:cNvSpPr/>
          <p:nvPr/>
        </p:nvSpPr>
        <p:spPr>
          <a:xfrm>
            <a:off x="11345007" y="2395258"/>
            <a:ext cx="512064" cy="4663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Y3</a:t>
            </a:r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A4E82999-3518-C345-7DE9-8EC311E8625D}"/>
              </a:ext>
            </a:extLst>
          </p:cNvPr>
          <p:cNvSpPr/>
          <p:nvPr/>
        </p:nvSpPr>
        <p:spPr>
          <a:xfrm>
            <a:off x="11337621" y="3073790"/>
            <a:ext cx="512064" cy="4663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Y4</a:t>
            </a:r>
          </a:p>
        </p:txBody>
      </p:sp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52FF42CA-7B5E-C4BF-B257-AEE3048584F0}"/>
              </a:ext>
            </a:extLst>
          </p:cNvPr>
          <p:cNvCxnSpPr>
            <a:cxnSpLocks/>
            <a:stCxn id="6" idx="6"/>
            <a:endCxn id="30" idx="1"/>
          </p:cNvCxnSpPr>
          <p:nvPr/>
        </p:nvCxnSpPr>
        <p:spPr>
          <a:xfrm flipV="1">
            <a:off x="10129207" y="1271366"/>
            <a:ext cx="1208414" cy="1010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Connettore 2 34">
            <a:extLst>
              <a:ext uri="{FF2B5EF4-FFF2-40B4-BE49-F238E27FC236}">
                <a16:creationId xmlns:a16="http://schemas.microsoft.com/office/drawing/2014/main" id="{858B93AE-9DEB-A9A4-BEA9-522CBF7D4FC1}"/>
              </a:ext>
            </a:extLst>
          </p:cNvPr>
          <p:cNvCxnSpPr>
            <a:cxnSpLocks/>
            <a:stCxn id="6" idx="6"/>
            <a:endCxn id="31" idx="1"/>
          </p:cNvCxnSpPr>
          <p:nvPr/>
        </p:nvCxnSpPr>
        <p:spPr>
          <a:xfrm flipV="1">
            <a:off x="10129207" y="1949898"/>
            <a:ext cx="1208414" cy="3322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Connettore 2 35">
            <a:extLst>
              <a:ext uri="{FF2B5EF4-FFF2-40B4-BE49-F238E27FC236}">
                <a16:creationId xmlns:a16="http://schemas.microsoft.com/office/drawing/2014/main" id="{C025D2A2-D453-6BB5-9229-FA320D2EC654}"/>
              </a:ext>
            </a:extLst>
          </p:cNvPr>
          <p:cNvCxnSpPr>
            <a:cxnSpLocks/>
            <a:stCxn id="6" idx="6"/>
            <a:endCxn id="32" idx="1"/>
          </p:cNvCxnSpPr>
          <p:nvPr/>
        </p:nvCxnSpPr>
        <p:spPr>
          <a:xfrm>
            <a:off x="10129207" y="2282131"/>
            <a:ext cx="1215800" cy="3462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C8497E6A-2FF8-C4A2-860E-94F416E18028}"/>
              </a:ext>
            </a:extLst>
          </p:cNvPr>
          <p:cNvCxnSpPr>
            <a:cxnSpLocks/>
            <a:stCxn id="6" idx="6"/>
            <a:endCxn id="33" idx="1"/>
          </p:cNvCxnSpPr>
          <p:nvPr/>
        </p:nvCxnSpPr>
        <p:spPr>
          <a:xfrm>
            <a:off x="10129207" y="2282131"/>
            <a:ext cx="1208414" cy="10248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Rettangolo 49">
            <a:extLst>
              <a:ext uri="{FF2B5EF4-FFF2-40B4-BE49-F238E27FC236}">
                <a16:creationId xmlns:a16="http://schemas.microsoft.com/office/drawing/2014/main" id="{B0074E4D-3628-4DC3-AFBC-F0765FBFCD7C}"/>
              </a:ext>
            </a:extLst>
          </p:cNvPr>
          <p:cNvSpPr/>
          <p:nvPr/>
        </p:nvSpPr>
        <p:spPr>
          <a:xfrm>
            <a:off x="4809245" y="6133279"/>
            <a:ext cx="512064" cy="4663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Z1</a:t>
            </a:r>
          </a:p>
        </p:txBody>
      </p:sp>
      <p:sp>
        <p:nvSpPr>
          <p:cNvPr id="51" name="Rettangolo 50">
            <a:extLst>
              <a:ext uri="{FF2B5EF4-FFF2-40B4-BE49-F238E27FC236}">
                <a16:creationId xmlns:a16="http://schemas.microsoft.com/office/drawing/2014/main" id="{17FAA0FB-AE04-736C-F448-B7346D5EF4DB}"/>
              </a:ext>
            </a:extLst>
          </p:cNvPr>
          <p:cNvSpPr/>
          <p:nvPr/>
        </p:nvSpPr>
        <p:spPr>
          <a:xfrm>
            <a:off x="5539134" y="6133279"/>
            <a:ext cx="512064" cy="4663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Z2</a:t>
            </a:r>
          </a:p>
        </p:txBody>
      </p:sp>
      <p:sp>
        <p:nvSpPr>
          <p:cNvPr id="52" name="Rettangolo 51">
            <a:extLst>
              <a:ext uri="{FF2B5EF4-FFF2-40B4-BE49-F238E27FC236}">
                <a16:creationId xmlns:a16="http://schemas.microsoft.com/office/drawing/2014/main" id="{F7D1BF9F-60AD-9A07-5AB2-37492AE4C2F5}"/>
              </a:ext>
            </a:extLst>
          </p:cNvPr>
          <p:cNvSpPr/>
          <p:nvPr/>
        </p:nvSpPr>
        <p:spPr>
          <a:xfrm>
            <a:off x="6269023" y="6133279"/>
            <a:ext cx="512064" cy="4663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Z3</a:t>
            </a:r>
          </a:p>
        </p:txBody>
      </p:sp>
      <p:sp>
        <p:nvSpPr>
          <p:cNvPr id="53" name="Rettangolo 52">
            <a:extLst>
              <a:ext uri="{FF2B5EF4-FFF2-40B4-BE49-F238E27FC236}">
                <a16:creationId xmlns:a16="http://schemas.microsoft.com/office/drawing/2014/main" id="{8A7F1E4E-C785-628C-C689-DCC8A568368A}"/>
              </a:ext>
            </a:extLst>
          </p:cNvPr>
          <p:cNvSpPr/>
          <p:nvPr/>
        </p:nvSpPr>
        <p:spPr>
          <a:xfrm>
            <a:off x="6998911" y="6133279"/>
            <a:ext cx="512064" cy="4663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Z4</a:t>
            </a:r>
          </a:p>
        </p:txBody>
      </p:sp>
      <p:cxnSp>
        <p:nvCxnSpPr>
          <p:cNvPr id="54" name="Connettore 2 53">
            <a:extLst>
              <a:ext uri="{FF2B5EF4-FFF2-40B4-BE49-F238E27FC236}">
                <a16:creationId xmlns:a16="http://schemas.microsoft.com/office/drawing/2014/main" id="{453C5A8E-6E73-E44F-6828-52AB4087EF12}"/>
              </a:ext>
            </a:extLst>
          </p:cNvPr>
          <p:cNvCxnSpPr>
            <a:cxnSpLocks/>
            <a:stCxn id="5" idx="4"/>
            <a:endCxn id="50" idx="0"/>
          </p:cNvCxnSpPr>
          <p:nvPr/>
        </p:nvCxnSpPr>
        <p:spPr>
          <a:xfrm flipH="1">
            <a:off x="5065277" y="5192150"/>
            <a:ext cx="1143382" cy="9411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Connettore 2 54">
            <a:extLst>
              <a:ext uri="{FF2B5EF4-FFF2-40B4-BE49-F238E27FC236}">
                <a16:creationId xmlns:a16="http://schemas.microsoft.com/office/drawing/2014/main" id="{8DB25389-50C2-E51D-50B9-1C297CC860C2}"/>
              </a:ext>
            </a:extLst>
          </p:cNvPr>
          <p:cNvCxnSpPr>
            <a:cxnSpLocks/>
            <a:stCxn id="5" idx="4"/>
            <a:endCxn id="51" idx="0"/>
          </p:cNvCxnSpPr>
          <p:nvPr/>
        </p:nvCxnSpPr>
        <p:spPr>
          <a:xfrm flipH="1">
            <a:off x="5795166" y="5192150"/>
            <a:ext cx="413493" cy="9411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Connettore 2 55">
            <a:extLst>
              <a:ext uri="{FF2B5EF4-FFF2-40B4-BE49-F238E27FC236}">
                <a16:creationId xmlns:a16="http://schemas.microsoft.com/office/drawing/2014/main" id="{30C612A4-9591-22A9-BA0A-9ACD219FD48D}"/>
              </a:ext>
            </a:extLst>
          </p:cNvPr>
          <p:cNvCxnSpPr>
            <a:cxnSpLocks/>
            <a:stCxn id="5" idx="4"/>
            <a:endCxn id="52" idx="0"/>
          </p:cNvCxnSpPr>
          <p:nvPr/>
        </p:nvCxnSpPr>
        <p:spPr>
          <a:xfrm>
            <a:off x="6208659" y="5192150"/>
            <a:ext cx="316396" cy="9411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Connettore 2 56">
            <a:extLst>
              <a:ext uri="{FF2B5EF4-FFF2-40B4-BE49-F238E27FC236}">
                <a16:creationId xmlns:a16="http://schemas.microsoft.com/office/drawing/2014/main" id="{D014EEBB-772D-A07C-8D01-57F7C131F4E1}"/>
              </a:ext>
            </a:extLst>
          </p:cNvPr>
          <p:cNvCxnSpPr>
            <a:cxnSpLocks/>
            <a:stCxn id="5" idx="4"/>
            <a:endCxn id="53" idx="0"/>
          </p:cNvCxnSpPr>
          <p:nvPr/>
        </p:nvCxnSpPr>
        <p:spPr>
          <a:xfrm>
            <a:off x="6208659" y="5192150"/>
            <a:ext cx="1046284" cy="9411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CasellaDiTesto 69">
            <a:extLst>
              <a:ext uri="{FF2B5EF4-FFF2-40B4-BE49-F238E27FC236}">
                <a16:creationId xmlns:a16="http://schemas.microsoft.com/office/drawing/2014/main" id="{8A900C4D-987C-16B9-4308-FA1F6135084E}"/>
              </a:ext>
            </a:extLst>
          </p:cNvPr>
          <p:cNvSpPr txBox="1"/>
          <p:nvPr/>
        </p:nvSpPr>
        <p:spPr>
          <a:xfrm>
            <a:off x="1580319" y="1504538"/>
            <a:ext cx="3914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/>
              <a:t>.74</a:t>
            </a:r>
          </a:p>
        </p:txBody>
      </p:sp>
      <p:sp>
        <p:nvSpPr>
          <p:cNvPr id="71" name="CasellaDiTesto 70">
            <a:extLst>
              <a:ext uri="{FF2B5EF4-FFF2-40B4-BE49-F238E27FC236}">
                <a16:creationId xmlns:a16="http://schemas.microsoft.com/office/drawing/2014/main" id="{109028E5-D34D-3CFC-28AB-5348A6BC6B3B}"/>
              </a:ext>
            </a:extLst>
          </p:cNvPr>
          <p:cNvSpPr txBox="1"/>
          <p:nvPr/>
        </p:nvSpPr>
        <p:spPr>
          <a:xfrm>
            <a:off x="1384592" y="1814405"/>
            <a:ext cx="3914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/>
              <a:t>.54</a:t>
            </a:r>
          </a:p>
        </p:txBody>
      </p:sp>
      <p:sp>
        <p:nvSpPr>
          <p:cNvPr id="72" name="CasellaDiTesto 71">
            <a:extLst>
              <a:ext uri="{FF2B5EF4-FFF2-40B4-BE49-F238E27FC236}">
                <a16:creationId xmlns:a16="http://schemas.microsoft.com/office/drawing/2014/main" id="{A4960D43-1C56-6B34-F2D0-CE2A86DE5029}"/>
              </a:ext>
            </a:extLst>
          </p:cNvPr>
          <p:cNvSpPr txBox="1"/>
          <p:nvPr/>
        </p:nvSpPr>
        <p:spPr>
          <a:xfrm>
            <a:off x="1344383" y="2245219"/>
            <a:ext cx="3914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/>
              <a:t>.37</a:t>
            </a:r>
          </a:p>
        </p:txBody>
      </p:sp>
      <p:sp>
        <p:nvSpPr>
          <p:cNvPr id="73" name="CasellaDiTesto 72">
            <a:extLst>
              <a:ext uri="{FF2B5EF4-FFF2-40B4-BE49-F238E27FC236}">
                <a16:creationId xmlns:a16="http://schemas.microsoft.com/office/drawing/2014/main" id="{94FFA3BA-3992-2A23-75CE-D9D120362ECB}"/>
              </a:ext>
            </a:extLst>
          </p:cNvPr>
          <p:cNvSpPr txBox="1"/>
          <p:nvPr/>
        </p:nvSpPr>
        <p:spPr>
          <a:xfrm>
            <a:off x="1444897" y="2587299"/>
            <a:ext cx="3914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/>
              <a:t>.88</a:t>
            </a:r>
          </a:p>
        </p:txBody>
      </p:sp>
      <p:sp>
        <p:nvSpPr>
          <p:cNvPr id="74" name="CasellaDiTesto 73">
            <a:extLst>
              <a:ext uri="{FF2B5EF4-FFF2-40B4-BE49-F238E27FC236}">
                <a16:creationId xmlns:a16="http://schemas.microsoft.com/office/drawing/2014/main" id="{EA949126-D8F1-EA06-0256-63603982B60E}"/>
              </a:ext>
            </a:extLst>
          </p:cNvPr>
          <p:cNvSpPr txBox="1"/>
          <p:nvPr/>
        </p:nvSpPr>
        <p:spPr>
          <a:xfrm>
            <a:off x="5196966" y="5524215"/>
            <a:ext cx="3914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/>
              <a:t>.94</a:t>
            </a:r>
          </a:p>
        </p:txBody>
      </p:sp>
      <p:sp>
        <p:nvSpPr>
          <p:cNvPr id="75" name="CasellaDiTesto 74">
            <a:extLst>
              <a:ext uri="{FF2B5EF4-FFF2-40B4-BE49-F238E27FC236}">
                <a16:creationId xmlns:a16="http://schemas.microsoft.com/office/drawing/2014/main" id="{F42BE663-28B0-8E74-548E-541B09FE6ED1}"/>
              </a:ext>
            </a:extLst>
          </p:cNvPr>
          <p:cNvSpPr txBox="1"/>
          <p:nvPr/>
        </p:nvSpPr>
        <p:spPr>
          <a:xfrm>
            <a:off x="5611646" y="5662714"/>
            <a:ext cx="3914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/>
              <a:t>.24</a:t>
            </a:r>
          </a:p>
        </p:txBody>
      </p:sp>
      <p:sp>
        <p:nvSpPr>
          <p:cNvPr id="76" name="CasellaDiTesto 75">
            <a:extLst>
              <a:ext uri="{FF2B5EF4-FFF2-40B4-BE49-F238E27FC236}">
                <a16:creationId xmlns:a16="http://schemas.microsoft.com/office/drawing/2014/main" id="{4C6D82E3-2524-A173-D836-EF852B78C48D}"/>
              </a:ext>
            </a:extLst>
          </p:cNvPr>
          <p:cNvSpPr txBox="1"/>
          <p:nvPr/>
        </p:nvSpPr>
        <p:spPr>
          <a:xfrm>
            <a:off x="6073296" y="5677668"/>
            <a:ext cx="3914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/>
              <a:t>.44</a:t>
            </a:r>
          </a:p>
        </p:txBody>
      </p:sp>
      <p:sp>
        <p:nvSpPr>
          <p:cNvPr id="77" name="CasellaDiTesto 76">
            <a:extLst>
              <a:ext uri="{FF2B5EF4-FFF2-40B4-BE49-F238E27FC236}">
                <a16:creationId xmlns:a16="http://schemas.microsoft.com/office/drawing/2014/main" id="{D1A2761C-6093-1674-E1E1-2935314F464B}"/>
              </a:ext>
            </a:extLst>
          </p:cNvPr>
          <p:cNvSpPr txBox="1"/>
          <p:nvPr/>
        </p:nvSpPr>
        <p:spPr>
          <a:xfrm>
            <a:off x="6730614" y="5524215"/>
            <a:ext cx="3914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/>
              <a:t>.42</a:t>
            </a:r>
          </a:p>
        </p:txBody>
      </p:sp>
      <p:sp>
        <p:nvSpPr>
          <p:cNvPr id="78" name="CasellaDiTesto 77">
            <a:extLst>
              <a:ext uri="{FF2B5EF4-FFF2-40B4-BE49-F238E27FC236}">
                <a16:creationId xmlns:a16="http://schemas.microsoft.com/office/drawing/2014/main" id="{5D47022C-B7F0-B572-C32A-6BDCFB9055C0}"/>
              </a:ext>
            </a:extLst>
          </p:cNvPr>
          <p:cNvSpPr txBox="1"/>
          <p:nvPr/>
        </p:nvSpPr>
        <p:spPr>
          <a:xfrm>
            <a:off x="10385191" y="1553265"/>
            <a:ext cx="3914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/>
              <a:t>.34</a:t>
            </a:r>
          </a:p>
        </p:txBody>
      </p:sp>
      <p:sp>
        <p:nvSpPr>
          <p:cNvPr id="79" name="CasellaDiTesto 78">
            <a:extLst>
              <a:ext uri="{FF2B5EF4-FFF2-40B4-BE49-F238E27FC236}">
                <a16:creationId xmlns:a16="http://schemas.microsoft.com/office/drawing/2014/main" id="{6CFE5BB3-64D7-69E8-1621-9721F2FA6E0B}"/>
              </a:ext>
            </a:extLst>
          </p:cNvPr>
          <p:cNvSpPr txBox="1"/>
          <p:nvPr/>
        </p:nvSpPr>
        <p:spPr>
          <a:xfrm>
            <a:off x="10641132" y="1843360"/>
            <a:ext cx="3914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/>
              <a:t>.44</a:t>
            </a:r>
          </a:p>
        </p:txBody>
      </p:sp>
      <p:sp>
        <p:nvSpPr>
          <p:cNvPr id="80" name="CasellaDiTesto 79">
            <a:extLst>
              <a:ext uri="{FF2B5EF4-FFF2-40B4-BE49-F238E27FC236}">
                <a16:creationId xmlns:a16="http://schemas.microsoft.com/office/drawing/2014/main" id="{EB54BA43-6B01-1036-CD87-8AFC49CC9E86}"/>
              </a:ext>
            </a:extLst>
          </p:cNvPr>
          <p:cNvSpPr txBox="1"/>
          <p:nvPr/>
        </p:nvSpPr>
        <p:spPr>
          <a:xfrm>
            <a:off x="10673486" y="2272845"/>
            <a:ext cx="3914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/>
              <a:t>.54</a:t>
            </a:r>
          </a:p>
        </p:txBody>
      </p:sp>
      <p:sp>
        <p:nvSpPr>
          <p:cNvPr id="81" name="CasellaDiTesto 80">
            <a:extLst>
              <a:ext uri="{FF2B5EF4-FFF2-40B4-BE49-F238E27FC236}">
                <a16:creationId xmlns:a16="http://schemas.microsoft.com/office/drawing/2014/main" id="{454565FD-161A-B1C5-2BC8-724AF20D1AAA}"/>
              </a:ext>
            </a:extLst>
          </p:cNvPr>
          <p:cNvSpPr txBox="1"/>
          <p:nvPr/>
        </p:nvSpPr>
        <p:spPr>
          <a:xfrm>
            <a:off x="10693507" y="2652321"/>
            <a:ext cx="3914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/>
              <a:t>.43</a:t>
            </a:r>
          </a:p>
        </p:txBody>
      </p:sp>
    </p:spTree>
    <p:extLst>
      <p:ext uri="{BB962C8B-B14F-4D97-AF65-F5344CB8AC3E}">
        <p14:creationId xmlns:p14="http://schemas.microsoft.com/office/powerpoint/2010/main" val="18866775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39</Words>
  <Application>Microsoft Office PowerPoint</Application>
  <PresentationFormat>Widescreen</PresentationFormat>
  <Paragraphs>27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Tommaso Feraco</dc:creator>
  <cp:lastModifiedBy>Tommaso Feraco</cp:lastModifiedBy>
  <cp:revision>1</cp:revision>
  <dcterms:created xsi:type="dcterms:W3CDTF">2026-03-04T10:20:14Z</dcterms:created>
  <dcterms:modified xsi:type="dcterms:W3CDTF">2026-03-04T10:27:50Z</dcterms:modified>
</cp:coreProperties>
</file>