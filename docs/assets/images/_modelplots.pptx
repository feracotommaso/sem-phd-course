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9D3C50E-2E48-4254-BD1C-7DF97FDF2D79}" v="400" dt="2026-03-25T10:46:51.30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mmaso Feraco" userId="8cbabe6d-e2e9-4c6f-9bcb-53c015138978" providerId="ADAL" clId="{A9D3C50E-2E48-4254-BD1C-7DF97FDF2D79}"/>
    <pc:docChg chg="undo custSel addSld modSld">
      <pc:chgData name="Tommaso Feraco" userId="8cbabe6d-e2e9-4c6f-9bcb-53c015138978" providerId="ADAL" clId="{A9D3C50E-2E48-4254-BD1C-7DF97FDF2D79}" dt="2026-03-25T10:46:51.307" v="496" actId="5736"/>
      <pc:docMkLst>
        <pc:docMk/>
      </pc:docMkLst>
      <pc:sldChg chg="addSp delSp modSp new mod">
        <pc:chgData name="Tommaso Feraco" userId="8cbabe6d-e2e9-4c6f-9bcb-53c015138978" providerId="ADAL" clId="{A9D3C50E-2E48-4254-BD1C-7DF97FDF2D79}" dt="2026-03-25T10:46:51.307" v="496" actId="5736"/>
        <pc:sldMkLst>
          <pc:docMk/>
          <pc:sldMk cId="1556972953" sldId="257"/>
        </pc:sldMkLst>
        <pc:spChg chg="del">
          <ac:chgData name="Tommaso Feraco" userId="8cbabe6d-e2e9-4c6f-9bcb-53c015138978" providerId="ADAL" clId="{A9D3C50E-2E48-4254-BD1C-7DF97FDF2D79}" dt="2026-03-25T10:28:00.781" v="1" actId="478"/>
          <ac:spMkLst>
            <pc:docMk/>
            <pc:sldMk cId="1556972953" sldId="257"/>
            <ac:spMk id="2" creationId="{3576828B-9AE1-4CAF-6BE8-054EE1640C18}"/>
          </ac:spMkLst>
        </pc:spChg>
        <pc:spChg chg="del">
          <ac:chgData name="Tommaso Feraco" userId="8cbabe6d-e2e9-4c6f-9bcb-53c015138978" providerId="ADAL" clId="{A9D3C50E-2E48-4254-BD1C-7DF97FDF2D79}" dt="2026-03-25T10:28:30.144" v="2" actId="1032"/>
          <ac:spMkLst>
            <pc:docMk/>
            <pc:sldMk cId="1556972953" sldId="257"/>
            <ac:spMk id="3" creationId="{EACDB4F9-F41D-912C-94AC-A1048A92351F}"/>
          </ac:spMkLst>
        </pc:spChg>
        <pc:spChg chg="add mod">
          <ac:chgData name="Tommaso Feraco" userId="8cbabe6d-e2e9-4c6f-9bcb-53c015138978" providerId="ADAL" clId="{A9D3C50E-2E48-4254-BD1C-7DF97FDF2D79}" dt="2026-03-25T10:46:51.307" v="496" actId="5736"/>
          <ac:spMkLst>
            <pc:docMk/>
            <pc:sldMk cId="1556972953" sldId="257"/>
            <ac:spMk id="5" creationId="{38AAEB40-611F-F307-60F6-95D96D842B3A}"/>
          </ac:spMkLst>
        </pc:spChg>
        <pc:spChg chg="add mod">
          <ac:chgData name="Tommaso Feraco" userId="8cbabe6d-e2e9-4c6f-9bcb-53c015138978" providerId="ADAL" clId="{A9D3C50E-2E48-4254-BD1C-7DF97FDF2D79}" dt="2026-03-25T10:44:10.533" v="396"/>
          <ac:spMkLst>
            <pc:docMk/>
            <pc:sldMk cId="1556972953" sldId="257"/>
            <ac:spMk id="9" creationId="{6CBEDCEC-B319-8C64-DD6C-DCBA7E2D52B8}"/>
          </ac:spMkLst>
        </pc:spChg>
        <pc:spChg chg="add mod">
          <ac:chgData name="Tommaso Feraco" userId="8cbabe6d-e2e9-4c6f-9bcb-53c015138978" providerId="ADAL" clId="{A9D3C50E-2E48-4254-BD1C-7DF97FDF2D79}" dt="2026-03-25T10:44:10.533" v="396"/>
          <ac:spMkLst>
            <pc:docMk/>
            <pc:sldMk cId="1556972953" sldId="257"/>
            <ac:spMk id="10" creationId="{2E9ADE91-B038-99D1-707A-4EC198E6D20D}"/>
          </ac:spMkLst>
        </pc:spChg>
        <pc:spChg chg="add mod">
          <ac:chgData name="Tommaso Feraco" userId="8cbabe6d-e2e9-4c6f-9bcb-53c015138978" providerId="ADAL" clId="{A9D3C50E-2E48-4254-BD1C-7DF97FDF2D79}" dt="2026-03-25T10:44:10.533" v="396"/>
          <ac:spMkLst>
            <pc:docMk/>
            <pc:sldMk cId="1556972953" sldId="257"/>
            <ac:spMk id="11" creationId="{D9C96C2C-4196-6809-161A-54D557A7C839}"/>
          </ac:spMkLst>
        </pc:spChg>
        <pc:spChg chg="add mod">
          <ac:chgData name="Tommaso Feraco" userId="8cbabe6d-e2e9-4c6f-9bcb-53c015138978" providerId="ADAL" clId="{A9D3C50E-2E48-4254-BD1C-7DF97FDF2D79}" dt="2026-03-25T10:44:10.533" v="396"/>
          <ac:spMkLst>
            <pc:docMk/>
            <pc:sldMk cId="1556972953" sldId="257"/>
            <ac:spMk id="12" creationId="{40CCF440-2454-821A-B24D-1A9C6E070FDF}"/>
          </ac:spMkLst>
        </pc:spChg>
        <pc:spChg chg="add mod">
          <ac:chgData name="Tommaso Feraco" userId="8cbabe6d-e2e9-4c6f-9bcb-53c015138978" providerId="ADAL" clId="{A9D3C50E-2E48-4254-BD1C-7DF97FDF2D79}" dt="2026-03-25T10:44:10.533" v="396"/>
          <ac:spMkLst>
            <pc:docMk/>
            <pc:sldMk cId="1556972953" sldId="257"/>
            <ac:spMk id="13" creationId="{9306327A-7E77-3F55-4CEA-8BC0C020457F}"/>
          </ac:spMkLst>
        </pc:spChg>
        <pc:spChg chg="add mod">
          <ac:chgData name="Tommaso Feraco" userId="8cbabe6d-e2e9-4c6f-9bcb-53c015138978" providerId="ADAL" clId="{A9D3C50E-2E48-4254-BD1C-7DF97FDF2D79}" dt="2026-03-25T10:44:10.533" v="396"/>
          <ac:spMkLst>
            <pc:docMk/>
            <pc:sldMk cId="1556972953" sldId="257"/>
            <ac:spMk id="14" creationId="{8BBCFDB1-0412-CCE7-D071-39BB8DFE164D}"/>
          </ac:spMkLst>
        </pc:spChg>
        <pc:spChg chg="add mod">
          <ac:chgData name="Tommaso Feraco" userId="8cbabe6d-e2e9-4c6f-9bcb-53c015138978" providerId="ADAL" clId="{A9D3C50E-2E48-4254-BD1C-7DF97FDF2D79}" dt="2026-03-25T10:46:51.307" v="496" actId="5736"/>
          <ac:spMkLst>
            <pc:docMk/>
            <pc:sldMk cId="1556972953" sldId="257"/>
            <ac:spMk id="15" creationId="{BA89117F-42DF-279D-FA8D-023FA1A5F736}"/>
          </ac:spMkLst>
        </pc:spChg>
        <pc:spChg chg="add mod">
          <ac:chgData name="Tommaso Feraco" userId="8cbabe6d-e2e9-4c6f-9bcb-53c015138978" providerId="ADAL" clId="{A9D3C50E-2E48-4254-BD1C-7DF97FDF2D79}" dt="2026-03-25T10:46:51.307" v="496" actId="5736"/>
          <ac:spMkLst>
            <pc:docMk/>
            <pc:sldMk cId="1556972953" sldId="257"/>
            <ac:spMk id="16" creationId="{DDA686E4-41CC-FBA2-1598-7DC46117224A}"/>
          </ac:spMkLst>
        </pc:spChg>
        <pc:spChg chg="add mod">
          <ac:chgData name="Tommaso Feraco" userId="8cbabe6d-e2e9-4c6f-9bcb-53c015138978" providerId="ADAL" clId="{A9D3C50E-2E48-4254-BD1C-7DF97FDF2D79}" dt="2026-03-25T10:46:51.307" v="496" actId="5736"/>
          <ac:spMkLst>
            <pc:docMk/>
            <pc:sldMk cId="1556972953" sldId="257"/>
            <ac:spMk id="17" creationId="{6FF493B3-028E-2D7A-985A-CA49A226EB2D}"/>
          </ac:spMkLst>
        </pc:spChg>
        <pc:spChg chg="add mod">
          <ac:chgData name="Tommaso Feraco" userId="8cbabe6d-e2e9-4c6f-9bcb-53c015138978" providerId="ADAL" clId="{A9D3C50E-2E48-4254-BD1C-7DF97FDF2D79}" dt="2026-03-25T10:46:51.307" v="496" actId="5736"/>
          <ac:spMkLst>
            <pc:docMk/>
            <pc:sldMk cId="1556972953" sldId="257"/>
            <ac:spMk id="18" creationId="{C327AD84-3A49-F00D-7112-C11224D0356F}"/>
          </ac:spMkLst>
        </pc:spChg>
        <pc:grpChg chg="add mod">
          <ac:chgData name="Tommaso Feraco" userId="8cbabe6d-e2e9-4c6f-9bcb-53c015138978" providerId="ADAL" clId="{A9D3C50E-2E48-4254-BD1C-7DF97FDF2D79}" dt="2026-03-25T10:44:10.533" v="396"/>
          <ac:grpSpMkLst>
            <pc:docMk/>
            <pc:sldMk cId="1556972953" sldId="257"/>
            <ac:grpSpMk id="6" creationId="{C004906E-709E-74F3-1FD8-6EB37D631F00}"/>
          </ac:grpSpMkLst>
        </pc:grpChg>
        <pc:grpChg chg="add mod">
          <ac:chgData name="Tommaso Feraco" userId="8cbabe6d-e2e9-4c6f-9bcb-53c015138978" providerId="ADAL" clId="{A9D3C50E-2E48-4254-BD1C-7DF97FDF2D79}" dt="2026-03-25T10:44:10.533" v="396"/>
          <ac:grpSpMkLst>
            <pc:docMk/>
            <pc:sldMk cId="1556972953" sldId="257"/>
            <ac:grpSpMk id="7" creationId="{4725C9C5-425C-CA95-FDCA-36E3FAD669C1}"/>
          </ac:grpSpMkLst>
        </pc:grpChg>
        <pc:grpChg chg="add mod">
          <ac:chgData name="Tommaso Feraco" userId="8cbabe6d-e2e9-4c6f-9bcb-53c015138978" providerId="ADAL" clId="{A9D3C50E-2E48-4254-BD1C-7DF97FDF2D79}" dt="2026-03-25T10:44:10.533" v="396"/>
          <ac:grpSpMkLst>
            <pc:docMk/>
            <pc:sldMk cId="1556972953" sldId="257"/>
            <ac:grpSpMk id="8" creationId="{07D5D860-1E1D-6A41-E15B-EEDBBF6D402E}"/>
          </ac:grpSpMkLst>
        </pc:grpChg>
        <pc:graphicFrameChg chg="add mod modGraphic">
          <ac:chgData name="Tommaso Feraco" userId="8cbabe6d-e2e9-4c6f-9bcb-53c015138978" providerId="ADAL" clId="{A9D3C50E-2E48-4254-BD1C-7DF97FDF2D79}" dt="2026-03-25T10:46:51.307" v="496" actId="5736"/>
          <ac:graphicFrameMkLst>
            <pc:docMk/>
            <pc:sldMk cId="1556972953" sldId="257"/>
            <ac:graphicFrameMk id="4" creationId="{C291B5FC-1882-6EAA-75D9-F63773D4B485}"/>
          </ac:graphicFrameMkLst>
        </pc:graphicFrameChg>
      </pc:sldChg>
    </pc:docChg>
  </pc:docChgLst>
  <pc:docChgLst>
    <pc:chgData name="Tommaso Feraco" userId="8cbabe6d-e2e9-4c6f-9bcb-53c015138978" providerId="ADAL" clId="{1C194625-479F-43E2-B22C-FB5F907C6763}"/>
    <pc:docChg chg="undo custSel addSld modSld">
      <pc:chgData name="Tommaso Feraco" userId="8cbabe6d-e2e9-4c6f-9bcb-53c015138978" providerId="ADAL" clId="{1C194625-479F-43E2-B22C-FB5F907C6763}" dt="2026-03-04T10:27:46.630" v="342" actId="20577"/>
      <pc:docMkLst>
        <pc:docMk/>
      </pc:docMkLst>
      <pc:sldChg chg="addSp delSp modSp new mod">
        <pc:chgData name="Tommaso Feraco" userId="8cbabe6d-e2e9-4c6f-9bcb-53c015138978" providerId="ADAL" clId="{1C194625-479F-43E2-B22C-FB5F907C6763}" dt="2026-03-04T10:27:46.630" v="342" actId="20577"/>
        <pc:sldMkLst>
          <pc:docMk/>
          <pc:sldMk cId="1886677558" sldId="256"/>
        </pc:sldMkLst>
        <pc:spChg chg="add mod">
          <ac:chgData name="Tommaso Feraco" userId="8cbabe6d-e2e9-4c6f-9bcb-53c015138978" providerId="ADAL" clId="{1C194625-479F-43E2-B22C-FB5F907C6763}" dt="2026-03-04T10:22:03.384" v="100" actId="1035"/>
          <ac:spMkLst>
            <pc:docMk/>
            <pc:sldMk cId="1886677558" sldId="256"/>
            <ac:spMk id="4" creationId="{979B9F02-5ED5-ADEE-BF9B-A646C614D2EB}"/>
          </ac:spMkLst>
        </pc:spChg>
        <pc:spChg chg="add mod">
          <ac:chgData name="Tommaso Feraco" userId="8cbabe6d-e2e9-4c6f-9bcb-53c015138978" providerId="ADAL" clId="{1C194625-479F-43E2-B22C-FB5F907C6763}" dt="2026-03-04T10:22:03.384" v="100" actId="1035"/>
          <ac:spMkLst>
            <pc:docMk/>
            <pc:sldMk cId="1886677558" sldId="256"/>
            <ac:spMk id="5" creationId="{98468CF0-C389-4ADD-0C1E-137791D15480}"/>
          </ac:spMkLst>
        </pc:spChg>
        <pc:spChg chg="add mod">
          <ac:chgData name="Tommaso Feraco" userId="8cbabe6d-e2e9-4c6f-9bcb-53c015138978" providerId="ADAL" clId="{1C194625-479F-43E2-B22C-FB5F907C6763}" dt="2026-03-04T10:22:03.384" v="100" actId="1035"/>
          <ac:spMkLst>
            <pc:docMk/>
            <pc:sldMk cId="1886677558" sldId="256"/>
            <ac:spMk id="6" creationId="{DE98FB2A-9505-0368-CD5C-153E9F438361}"/>
          </ac:spMkLst>
        </pc:spChg>
        <pc:spChg chg="add mod">
          <ac:chgData name="Tommaso Feraco" userId="8cbabe6d-e2e9-4c6f-9bcb-53c015138978" providerId="ADAL" clId="{1C194625-479F-43E2-B22C-FB5F907C6763}" dt="2026-03-04T10:23:36.838" v="208" actId="1037"/>
          <ac:spMkLst>
            <pc:docMk/>
            <pc:sldMk cId="1886677558" sldId="256"/>
            <ac:spMk id="15" creationId="{F69FC2CF-E5F6-D923-41A3-E2B25C505778}"/>
          </ac:spMkLst>
        </pc:spChg>
        <pc:spChg chg="add mod">
          <ac:chgData name="Tommaso Feraco" userId="8cbabe6d-e2e9-4c6f-9bcb-53c015138978" providerId="ADAL" clId="{1C194625-479F-43E2-B22C-FB5F907C6763}" dt="2026-03-04T10:23:36.838" v="208" actId="1037"/>
          <ac:spMkLst>
            <pc:docMk/>
            <pc:sldMk cId="1886677558" sldId="256"/>
            <ac:spMk id="16" creationId="{96319090-3B92-867C-E7B6-A5A71937A45C}"/>
          </ac:spMkLst>
        </pc:spChg>
        <pc:spChg chg="add mod">
          <ac:chgData name="Tommaso Feraco" userId="8cbabe6d-e2e9-4c6f-9bcb-53c015138978" providerId="ADAL" clId="{1C194625-479F-43E2-B22C-FB5F907C6763}" dt="2026-03-04T10:23:36.838" v="208" actId="1037"/>
          <ac:spMkLst>
            <pc:docMk/>
            <pc:sldMk cId="1886677558" sldId="256"/>
            <ac:spMk id="17" creationId="{41F031F9-0569-4FF6-D2DB-31FEFD4E4909}"/>
          </ac:spMkLst>
        </pc:spChg>
        <pc:spChg chg="add mod">
          <ac:chgData name="Tommaso Feraco" userId="8cbabe6d-e2e9-4c6f-9bcb-53c015138978" providerId="ADAL" clId="{1C194625-479F-43E2-B22C-FB5F907C6763}" dt="2026-03-04T10:23:36.838" v="208" actId="1037"/>
          <ac:spMkLst>
            <pc:docMk/>
            <pc:sldMk cId="1886677558" sldId="256"/>
            <ac:spMk id="18" creationId="{C95ED7A6-71B3-EA06-1ED6-A6E2E06F34A7}"/>
          </ac:spMkLst>
        </pc:spChg>
        <pc:spChg chg="add mod">
          <ac:chgData name="Tommaso Feraco" userId="8cbabe6d-e2e9-4c6f-9bcb-53c015138978" providerId="ADAL" clId="{1C194625-479F-43E2-B22C-FB5F907C6763}" dt="2026-03-04T10:24:45.863" v="258" actId="20577"/>
          <ac:spMkLst>
            <pc:docMk/>
            <pc:sldMk cId="1886677558" sldId="256"/>
            <ac:spMk id="30" creationId="{0397C144-F8E9-5EC3-C8F5-F7F185D5CA49}"/>
          </ac:spMkLst>
        </pc:spChg>
        <pc:spChg chg="add mod">
          <ac:chgData name="Tommaso Feraco" userId="8cbabe6d-e2e9-4c6f-9bcb-53c015138978" providerId="ADAL" clId="{1C194625-479F-43E2-B22C-FB5F907C6763}" dt="2026-03-04T10:24:48.456" v="260" actId="20577"/>
          <ac:spMkLst>
            <pc:docMk/>
            <pc:sldMk cId="1886677558" sldId="256"/>
            <ac:spMk id="31" creationId="{A00BF946-B335-3AAC-2970-1A1813DD9FA7}"/>
          </ac:spMkLst>
        </pc:spChg>
        <pc:spChg chg="add mod">
          <ac:chgData name="Tommaso Feraco" userId="8cbabe6d-e2e9-4c6f-9bcb-53c015138978" providerId="ADAL" clId="{1C194625-479F-43E2-B22C-FB5F907C6763}" dt="2026-03-04T10:24:50.792" v="262" actId="20577"/>
          <ac:spMkLst>
            <pc:docMk/>
            <pc:sldMk cId="1886677558" sldId="256"/>
            <ac:spMk id="32" creationId="{6C3F0318-3790-308B-3194-064FC18914D3}"/>
          </ac:spMkLst>
        </pc:spChg>
        <pc:spChg chg="add mod">
          <ac:chgData name="Tommaso Feraco" userId="8cbabe6d-e2e9-4c6f-9bcb-53c015138978" providerId="ADAL" clId="{1C194625-479F-43E2-B22C-FB5F907C6763}" dt="2026-03-04T10:24:54.247" v="264" actId="20577"/>
          <ac:spMkLst>
            <pc:docMk/>
            <pc:sldMk cId="1886677558" sldId="256"/>
            <ac:spMk id="33" creationId="{A4E82999-3518-C345-7DE9-8EC311E8625D}"/>
          </ac:spMkLst>
        </pc:spChg>
        <pc:spChg chg="add mod">
          <ac:chgData name="Tommaso Feraco" userId="8cbabe6d-e2e9-4c6f-9bcb-53c015138978" providerId="ADAL" clId="{1C194625-479F-43E2-B22C-FB5F907C6763}" dt="2026-03-04T10:26:05.125" v="283" actId="20577"/>
          <ac:spMkLst>
            <pc:docMk/>
            <pc:sldMk cId="1886677558" sldId="256"/>
            <ac:spMk id="50" creationId="{B0074E4D-3628-4DC3-AFBC-F0765FBFCD7C}"/>
          </ac:spMkLst>
        </pc:spChg>
        <pc:spChg chg="add mod">
          <ac:chgData name="Tommaso Feraco" userId="8cbabe6d-e2e9-4c6f-9bcb-53c015138978" providerId="ADAL" clId="{1C194625-479F-43E2-B22C-FB5F907C6763}" dt="2026-03-04T10:26:07.511" v="285" actId="20577"/>
          <ac:spMkLst>
            <pc:docMk/>
            <pc:sldMk cId="1886677558" sldId="256"/>
            <ac:spMk id="51" creationId="{17FAA0FB-AE04-736C-F448-B7346D5EF4DB}"/>
          </ac:spMkLst>
        </pc:spChg>
        <pc:spChg chg="add mod">
          <ac:chgData name="Tommaso Feraco" userId="8cbabe6d-e2e9-4c6f-9bcb-53c015138978" providerId="ADAL" clId="{1C194625-479F-43E2-B22C-FB5F907C6763}" dt="2026-03-04T10:26:09.637" v="287" actId="20577"/>
          <ac:spMkLst>
            <pc:docMk/>
            <pc:sldMk cId="1886677558" sldId="256"/>
            <ac:spMk id="52" creationId="{F7D1BF9F-60AD-9A07-5AB2-37492AE4C2F5}"/>
          </ac:spMkLst>
        </pc:spChg>
        <pc:spChg chg="add mod">
          <ac:chgData name="Tommaso Feraco" userId="8cbabe6d-e2e9-4c6f-9bcb-53c015138978" providerId="ADAL" clId="{1C194625-479F-43E2-B22C-FB5F907C6763}" dt="2026-03-04T10:26:12.215" v="289" actId="20577"/>
          <ac:spMkLst>
            <pc:docMk/>
            <pc:sldMk cId="1886677558" sldId="256"/>
            <ac:spMk id="53" creationId="{8A7F1E4E-C785-628C-C689-DCC8A568368A}"/>
          </ac:spMkLst>
        </pc:spChg>
        <pc:spChg chg="add mod">
          <ac:chgData name="Tommaso Feraco" userId="8cbabe6d-e2e9-4c6f-9bcb-53c015138978" providerId="ADAL" clId="{1C194625-479F-43E2-B22C-FB5F907C6763}" dt="2026-03-04T10:26:31.390" v="295" actId="1076"/>
          <ac:spMkLst>
            <pc:docMk/>
            <pc:sldMk cId="1886677558" sldId="256"/>
            <ac:spMk id="70" creationId="{8A900C4D-987C-16B9-4308-FA1F6135084E}"/>
          </ac:spMkLst>
        </pc:spChg>
        <pc:spChg chg="add mod">
          <ac:chgData name="Tommaso Feraco" userId="8cbabe6d-e2e9-4c6f-9bcb-53c015138978" providerId="ADAL" clId="{1C194625-479F-43E2-B22C-FB5F907C6763}" dt="2026-03-04T10:27:18.581" v="320" actId="20577"/>
          <ac:spMkLst>
            <pc:docMk/>
            <pc:sldMk cId="1886677558" sldId="256"/>
            <ac:spMk id="71" creationId="{109028E5-D34D-3CFC-28AB-5348A6BC6B3B}"/>
          </ac:spMkLst>
        </pc:spChg>
        <pc:spChg chg="add mod">
          <ac:chgData name="Tommaso Feraco" userId="8cbabe6d-e2e9-4c6f-9bcb-53c015138978" providerId="ADAL" clId="{1C194625-479F-43E2-B22C-FB5F907C6763}" dt="2026-03-04T10:27:21.766" v="322" actId="6549"/>
          <ac:spMkLst>
            <pc:docMk/>
            <pc:sldMk cId="1886677558" sldId="256"/>
            <ac:spMk id="72" creationId="{A4960D43-1C56-6B34-F2D0-CE2A86DE5029}"/>
          </ac:spMkLst>
        </pc:spChg>
        <pc:spChg chg="add mod">
          <ac:chgData name="Tommaso Feraco" userId="8cbabe6d-e2e9-4c6f-9bcb-53c015138978" providerId="ADAL" clId="{1C194625-479F-43E2-B22C-FB5F907C6763}" dt="2026-03-04T10:27:24.421" v="326" actId="20577"/>
          <ac:spMkLst>
            <pc:docMk/>
            <pc:sldMk cId="1886677558" sldId="256"/>
            <ac:spMk id="73" creationId="{94FFA3BA-3992-2A23-75CE-D9D120362ECB}"/>
          </ac:spMkLst>
        </pc:spChg>
        <pc:spChg chg="add mod">
          <ac:chgData name="Tommaso Feraco" userId="8cbabe6d-e2e9-4c6f-9bcb-53c015138978" providerId="ADAL" clId="{1C194625-479F-43E2-B22C-FB5F907C6763}" dt="2026-03-04T10:27:26.901" v="328" actId="20577"/>
          <ac:spMkLst>
            <pc:docMk/>
            <pc:sldMk cId="1886677558" sldId="256"/>
            <ac:spMk id="74" creationId="{EA949126-D8F1-EA06-0256-63603982B60E}"/>
          </ac:spMkLst>
        </pc:spChg>
        <pc:spChg chg="add mod">
          <ac:chgData name="Tommaso Feraco" userId="8cbabe6d-e2e9-4c6f-9bcb-53c015138978" providerId="ADAL" clId="{1C194625-479F-43E2-B22C-FB5F907C6763}" dt="2026-03-04T10:27:28.757" v="330" actId="20577"/>
          <ac:spMkLst>
            <pc:docMk/>
            <pc:sldMk cId="1886677558" sldId="256"/>
            <ac:spMk id="75" creationId="{F42BE663-28B0-8E74-548E-541B09FE6ED1}"/>
          </ac:spMkLst>
        </pc:spChg>
        <pc:spChg chg="add mod">
          <ac:chgData name="Tommaso Feraco" userId="8cbabe6d-e2e9-4c6f-9bcb-53c015138978" providerId="ADAL" clId="{1C194625-479F-43E2-B22C-FB5F907C6763}" dt="2026-03-04T10:27:31.205" v="332" actId="20577"/>
          <ac:spMkLst>
            <pc:docMk/>
            <pc:sldMk cId="1886677558" sldId="256"/>
            <ac:spMk id="76" creationId="{4C6D82E3-2524-A173-D836-EF852B78C48D}"/>
          </ac:spMkLst>
        </pc:spChg>
        <pc:spChg chg="add mod">
          <ac:chgData name="Tommaso Feraco" userId="8cbabe6d-e2e9-4c6f-9bcb-53c015138978" providerId="ADAL" clId="{1C194625-479F-43E2-B22C-FB5F907C6763}" dt="2026-03-04T10:27:36.774" v="334" actId="20577"/>
          <ac:spMkLst>
            <pc:docMk/>
            <pc:sldMk cId="1886677558" sldId="256"/>
            <ac:spMk id="77" creationId="{D1A2761C-6093-1674-E1E1-2935314F464B}"/>
          </ac:spMkLst>
        </pc:spChg>
        <pc:spChg chg="add mod">
          <ac:chgData name="Tommaso Feraco" userId="8cbabe6d-e2e9-4c6f-9bcb-53c015138978" providerId="ADAL" clId="{1C194625-479F-43E2-B22C-FB5F907C6763}" dt="2026-03-04T10:27:39.575" v="336" actId="20577"/>
          <ac:spMkLst>
            <pc:docMk/>
            <pc:sldMk cId="1886677558" sldId="256"/>
            <ac:spMk id="78" creationId="{5D47022C-B7F0-B572-C32A-6BDCFB9055C0}"/>
          </ac:spMkLst>
        </pc:spChg>
        <pc:spChg chg="add mod">
          <ac:chgData name="Tommaso Feraco" userId="8cbabe6d-e2e9-4c6f-9bcb-53c015138978" providerId="ADAL" clId="{1C194625-479F-43E2-B22C-FB5F907C6763}" dt="2026-03-04T10:27:41.847" v="338" actId="20577"/>
          <ac:spMkLst>
            <pc:docMk/>
            <pc:sldMk cId="1886677558" sldId="256"/>
            <ac:spMk id="79" creationId="{6CFE5BB3-64D7-69E8-1621-9721F2FA6E0B}"/>
          </ac:spMkLst>
        </pc:spChg>
        <pc:spChg chg="add mod">
          <ac:chgData name="Tommaso Feraco" userId="8cbabe6d-e2e9-4c6f-9bcb-53c015138978" providerId="ADAL" clId="{1C194625-479F-43E2-B22C-FB5F907C6763}" dt="2026-03-04T10:27:43.579" v="340" actId="20577"/>
          <ac:spMkLst>
            <pc:docMk/>
            <pc:sldMk cId="1886677558" sldId="256"/>
            <ac:spMk id="80" creationId="{EB54BA43-6B01-1036-CD87-8AFC49CC9E86}"/>
          </ac:spMkLst>
        </pc:spChg>
        <pc:spChg chg="add mod">
          <ac:chgData name="Tommaso Feraco" userId="8cbabe6d-e2e9-4c6f-9bcb-53c015138978" providerId="ADAL" clId="{1C194625-479F-43E2-B22C-FB5F907C6763}" dt="2026-03-04T10:27:46.630" v="342" actId="20577"/>
          <ac:spMkLst>
            <pc:docMk/>
            <pc:sldMk cId="1886677558" sldId="256"/>
            <ac:spMk id="81" creationId="{454565FD-161A-B1C5-2BC8-724AF20D1AAA}"/>
          </ac:spMkLst>
        </pc:spChg>
        <pc:cxnChg chg="add mod">
          <ac:chgData name="Tommaso Feraco" userId="8cbabe6d-e2e9-4c6f-9bcb-53c015138978" providerId="ADAL" clId="{1C194625-479F-43E2-B22C-FB5F907C6763}" dt="2026-03-04T10:22:14.613" v="103" actId="1582"/>
          <ac:cxnSpMkLst>
            <pc:docMk/>
            <pc:sldMk cId="1886677558" sldId="256"/>
            <ac:cxnSpMk id="8" creationId="{80F85C28-7597-0708-85DF-A67A75F05530}"/>
          </ac:cxnSpMkLst>
        </pc:cxnChg>
        <pc:cxnChg chg="add mod">
          <ac:chgData name="Tommaso Feraco" userId="8cbabe6d-e2e9-4c6f-9bcb-53c015138978" providerId="ADAL" clId="{1C194625-479F-43E2-B22C-FB5F907C6763}" dt="2026-03-04T10:22:23.121" v="106" actId="14100"/>
          <ac:cxnSpMkLst>
            <pc:docMk/>
            <pc:sldMk cId="1886677558" sldId="256"/>
            <ac:cxnSpMk id="9" creationId="{7D7960BE-D55D-A49D-FBF4-BF5DC6F5AA6D}"/>
          </ac:cxnSpMkLst>
        </pc:cxnChg>
        <pc:cxnChg chg="add mod">
          <ac:chgData name="Tommaso Feraco" userId="8cbabe6d-e2e9-4c6f-9bcb-53c015138978" providerId="ADAL" clId="{1C194625-479F-43E2-B22C-FB5F907C6763}" dt="2026-03-04T10:22:30.787" v="109" actId="14100"/>
          <ac:cxnSpMkLst>
            <pc:docMk/>
            <pc:sldMk cId="1886677558" sldId="256"/>
            <ac:cxnSpMk id="12" creationId="{0C20CD96-05DD-7E70-BF16-6299EC7886A5}"/>
          </ac:cxnSpMkLst>
        </pc:cxnChg>
        <pc:cxnChg chg="add mod">
          <ac:chgData name="Tommaso Feraco" userId="8cbabe6d-e2e9-4c6f-9bcb-53c015138978" providerId="ADAL" clId="{1C194625-479F-43E2-B22C-FB5F907C6763}" dt="2026-03-04T10:23:43.427" v="210" actId="13822"/>
          <ac:cxnSpMkLst>
            <pc:docMk/>
            <pc:sldMk cId="1886677558" sldId="256"/>
            <ac:cxnSpMk id="20" creationId="{F23D44C1-E07F-C314-1A30-BB39BCA9926B}"/>
          </ac:cxnSpMkLst>
        </pc:cxnChg>
        <pc:cxnChg chg="add mod">
          <ac:chgData name="Tommaso Feraco" userId="8cbabe6d-e2e9-4c6f-9bcb-53c015138978" providerId="ADAL" clId="{1C194625-479F-43E2-B22C-FB5F907C6763}" dt="2026-03-04T10:23:48.544" v="213" actId="14100"/>
          <ac:cxnSpMkLst>
            <pc:docMk/>
            <pc:sldMk cId="1886677558" sldId="256"/>
            <ac:cxnSpMk id="21" creationId="{A0EB1702-4452-5103-23C8-FA8E9AE3FCFB}"/>
          </ac:cxnSpMkLst>
        </pc:cxnChg>
        <pc:cxnChg chg="add mod">
          <ac:chgData name="Tommaso Feraco" userId="8cbabe6d-e2e9-4c6f-9bcb-53c015138978" providerId="ADAL" clId="{1C194625-479F-43E2-B22C-FB5F907C6763}" dt="2026-03-04T10:23:53.903" v="216" actId="14100"/>
          <ac:cxnSpMkLst>
            <pc:docMk/>
            <pc:sldMk cId="1886677558" sldId="256"/>
            <ac:cxnSpMk id="24" creationId="{3CC96AC0-8B41-95C8-BE89-7AFDE47C6F10}"/>
          </ac:cxnSpMkLst>
        </pc:cxnChg>
        <pc:cxnChg chg="add mod">
          <ac:chgData name="Tommaso Feraco" userId="8cbabe6d-e2e9-4c6f-9bcb-53c015138978" providerId="ADAL" clId="{1C194625-479F-43E2-B22C-FB5F907C6763}" dt="2026-03-04T10:23:59.079" v="219" actId="14100"/>
          <ac:cxnSpMkLst>
            <pc:docMk/>
            <pc:sldMk cId="1886677558" sldId="256"/>
            <ac:cxnSpMk id="27" creationId="{86BBEA8C-8F7A-459F-2BE7-05B045233DEE}"/>
          </ac:cxnSpMkLst>
        </pc:cxnChg>
        <pc:cxnChg chg="add mod">
          <ac:chgData name="Tommaso Feraco" userId="8cbabe6d-e2e9-4c6f-9bcb-53c015138978" providerId="ADAL" clId="{1C194625-479F-43E2-B22C-FB5F907C6763}" dt="2026-03-04T10:24:41.911" v="256" actId="1037"/>
          <ac:cxnSpMkLst>
            <pc:docMk/>
            <pc:sldMk cId="1886677558" sldId="256"/>
            <ac:cxnSpMk id="34" creationId="{52FF42CA-7B5E-C4BF-B257-AEE3048584F0}"/>
          </ac:cxnSpMkLst>
        </pc:cxnChg>
        <pc:cxnChg chg="add mod">
          <ac:chgData name="Tommaso Feraco" userId="8cbabe6d-e2e9-4c6f-9bcb-53c015138978" providerId="ADAL" clId="{1C194625-479F-43E2-B22C-FB5F907C6763}" dt="2026-03-04T10:24:41.911" v="256" actId="1037"/>
          <ac:cxnSpMkLst>
            <pc:docMk/>
            <pc:sldMk cId="1886677558" sldId="256"/>
            <ac:cxnSpMk id="35" creationId="{858B93AE-9DEB-A9A4-BEA9-522CBF7D4FC1}"/>
          </ac:cxnSpMkLst>
        </pc:cxnChg>
        <pc:cxnChg chg="add mod">
          <ac:chgData name="Tommaso Feraco" userId="8cbabe6d-e2e9-4c6f-9bcb-53c015138978" providerId="ADAL" clId="{1C194625-479F-43E2-B22C-FB5F907C6763}" dt="2026-03-04T10:24:41.911" v="256" actId="1037"/>
          <ac:cxnSpMkLst>
            <pc:docMk/>
            <pc:sldMk cId="1886677558" sldId="256"/>
            <ac:cxnSpMk id="36" creationId="{C025D2A2-D453-6BB5-9229-FA320D2EC654}"/>
          </ac:cxnSpMkLst>
        </pc:cxnChg>
        <pc:cxnChg chg="add mod">
          <ac:chgData name="Tommaso Feraco" userId="8cbabe6d-e2e9-4c6f-9bcb-53c015138978" providerId="ADAL" clId="{1C194625-479F-43E2-B22C-FB5F907C6763}" dt="2026-03-04T10:24:41.911" v="256" actId="1037"/>
          <ac:cxnSpMkLst>
            <pc:docMk/>
            <pc:sldMk cId="1886677558" sldId="256"/>
            <ac:cxnSpMk id="37" creationId="{C8497E6A-2FF8-C4A2-860E-94F416E18028}"/>
          </ac:cxnSpMkLst>
        </pc:cxnChg>
        <pc:cxnChg chg="add mod">
          <ac:chgData name="Tommaso Feraco" userId="8cbabe6d-e2e9-4c6f-9bcb-53c015138978" providerId="ADAL" clId="{1C194625-479F-43E2-B22C-FB5F907C6763}" dt="2026-03-04T10:25:42.830" v="278" actId="14100"/>
          <ac:cxnSpMkLst>
            <pc:docMk/>
            <pc:sldMk cId="1886677558" sldId="256"/>
            <ac:cxnSpMk id="54" creationId="{453C5A8E-6E73-E44F-6828-52AB4087EF12}"/>
          </ac:cxnSpMkLst>
        </pc:cxnChg>
        <pc:cxnChg chg="add mod">
          <ac:chgData name="Tommaso Feraco" userId="8cbabe6d-e2e9-4c6f-9bcb-53c015138978" providerId="ADAL" clId="{1C194625-479F-43E2-B22C-FB5F907C6763}" dt="2026-03-04T10:25:45.213" v="279" actId="14100"/>
          <ac:cxnSpMkLst>
            <pc:docMk/>
            <pc:sldMk cId="1886677558" sldId="256"/>
            <ac:cxnSpMk id="55" creationId="{8DB25389-50C2-E51D-50B9-1C297CC860C2}"/>
          </ac:cxnSpMkLst>
        </pc:cxnChg>
        <pc:cxnChg chg="add mod">
          <ac:chgData name="Tommaso Feraco" userId="8cbabe6d-e2e9-4c6f-9bcb-53c015138978" providerId="ADAL" clId="{1C194625-479F-43E2-B22C-FB5F907C6763}" dt="2026-03-04T10:25:47.287" v="280" actId="14100"/>
          <ac:cxnSpMkLst>
            <pc:docMk/>
            <pc:sldMk cId="1886677558" sldId="256"/>
            <ac:cxnSpMk id="56" creationId="{30C612A4-9591-22A9-BA0A-9ACD219FD48D}"/>
          </ac:cxnSpMkLst>
        </pc:cxnChg>
        <pc:cxnChg chg="add mod">
          <ac:chgData name="Tommaso Feraco" userId="8cbabe6d-e2e9-4c6f-9bcb-53c015138978" providerId="ADAL" clId="{1C194625-479F-43E2-B22C-FB5F907C6763}" dt="2026-03-04T10:25:49.631" v="281" actId="14100"/>
          <ac:cxnSpMkLst>
            <pc:docMk/>
            <pc:sldMk cId="1886677558" sldId="256"/>
            <ac:cxnSpMk id="57" creationId="{D014EEBB-772D-A07C-8D01-57F7C131F4E1}"/>
          </ac:cxnSpMkLst>
        </pc:cxn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1BEC283-6878-4EFC-844D-96D309175F80}" type="doc">
      <dgm:prSet loTypeId="urn:microsoft.com/office/officeart/2005/8/layout/hierarchy2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it-IT"/>
        </a:p>
      </dgm:t>
    </dgm:pt>
    <dgm:pt modelId="{EE794898-C14D-4FA7-BDFC-FBB483556C7D}">
      <dgm:prSet phldrT="[Testo]"/>
      <dgm:spPr/>
      <dgm:t>
        <a:bodyPr/>
        <a:lstStyle/>
        <a:p>
          <a:r>
            <a:rPr lang="it-IT" dirty="0" err="1"/>
            <a:t>Theoretical</a:t>
          </a:r>
          <a:r>
            <a:rPr lang="it-IT" dirty="0"/>
            <a:t> model</a:t>
          </a:r>
        </a:p>
      </dgm:t>
    </dgm:pt>
    <dgm:pt modelId="{1150A69E-02EB-47F7-BC60-3AC4E713473E}" type="parTrans" cxnId="{18B755B6-FEF8-458E-9AA8-6E84A167D20E}">
      <dgm:prSet/>
      <dgm:spPr/>
      <dgm:t>
        <a:bodyPr/>
        <a:lstStyle/>
        <a:p>
          <a:endParaRPr lang="it-IT"/>
        </a:p>
      </dgm:t>
    </dgm:pt>
    <dgm:pt modelId="{C0AB3EA6-1AC6-4660-9D2E-4D029294FDB0}" type="sibTrans" cxnId="{18B755B6-FEF8-458E-9AA8-6E84A167D20E}">
      <dgm:prSet/>
      <dgm:spPr/>
      <dgm:t>
        <a:bodyPr/>
        <a:lstStyle/>
        <a:p>
          <a:endParaRPr lang="it-IT"/>
        </a:p>
      </dgm:t>
    </dgm:pt>
    <dgm:pt modelId="{3431CE1A-4B26-49E3-ADCE-EBB3C2D673E9}">
      <dgm:prSet phldrT="[Testo]"/>
      <dgm:spPr/>
      <dgm:t>
        <a:bodyPr/>
        <a:lstStyle/>
        <a:p>
          <a:r>
            <a:rPr lang="it-IT" dirty="0"/>
            <a:t>MLR</a:t>
          </a:r>
        </a:p>
      </dgm:t>
    </dgm:pt>
    <dgm:pt modelId="{528CA69D-82D1-41BC-A633-9A5DB1F4A60D}" type="parTrans" cxnId="{67634A4C-BC66-4529-8CAD-799D4CBDC264}">
      <dgm:prSet/>
      <dgm:spPr/>
      <dgm:t>
        <a:bodyPr/>
        <a:lstStyle/>
        <a:p>
          <a:endParaRPr lang="it-IT"/>
        </a:p>
      </dgm:t>
    </dgm:pt>
    <dgm:pt modelId="{394C1EF6-8A15-489F-B20D-D04C219F66D7}" type="sibTrans" cxnId="{67634A4C-BC66-4529-8CAD-799D4CBDC264}">
      <dgm:prSet/>
      <dgm:spPr/>
      <dgm:t>
        <a:bodyPr/>
        <a:lstStyle/>
        <a:p>
          <a:endParaRPr lang="it-IT"/>
        </a:p>
      </dgm:t>
    </dgm:pt>
    <dgm:pt modelId="{288C03A6-49C9-4896-9F11-F426A11BD1B8}">
      <dgm:prSet phldrT="[Testo]"/>
      <dgm:spPr/>
      <dgm:t>
        <a:bodyPr/>
        <a:lstStyle/>
        <a:p>
          <a:r>
            <a:rPr lang="it-IT" dirty="0" err="1"/>
            <a:t>fiml</a:t>
          </a:r>
          <a:endParaRPr lang="it-IT" dirty="0"/>
        </a:p>
      </dgm:t>
    </dgm:pt>
    <dgm:pt modelId="{04F21B15-378E-4F8B-ABD6-BAD09C1BA979}" type="parTrans" cxnId="{46FBD7DC-4941-4C77-8ED5-5A255EDE8FC4}">
      <dgm:prSet/>
      <dgm:spPr/>
      <dgm:t>
        <a:bodyPr/>
        <a:lstStyle/>
        <a:p>
          <a:endParaRPr lang="it-IT"/>
        </a:p>
      </dgm:t>
    </dgm:pt>
    <dgm:pt modelId="{C90D1FC1-1689-4F52-8BB8-9D55B074D958}" type="sibTrans" cxnId="{46FBD7DC-4941-4C77-8ED5-5A255EDE8FC4}">
      <dgm:prSet/>
      <dgm:spPr/>
      <dgm:t>
        <a:bodyPr/>
        <a:lstStyle/>
        <a:p>
          <a:endParaRPr lang="it-IT"/>
        </a:p>
      </dgm:t>
    </dgm:pt>
    <dgm:pt modelId="{253D976C-EA57-47A4-A2D5-5429C84DBED0}">
      <dgm:prSet phldrT="[Testo]"/>
      <dgm:spPr/>
      <dgm:t>
        <a:bodyPr/>
        <a:lstStyle/>
        <a:p>
          <a:r>
            <a:rPr lang="it-IT" dirty="0" err="1"/>
            <a:t>listwise</a:t>
          </a:r>
          <a:r>
            <a:rPr lang="it-IT" dirty="0"/>
            <a:t> </a:t>
          </a:r>
          <a:r>
            <a:rPr lang="it-IT" dirty="0" err="1"/>
            <a:t>deletion</a:t>
          </a:r>
          <a:endParaRPr lang="it-IT" dirty="0"/>
        </a:p>
      </dgm:t>
    </dgm:pt>
    <dgm:pt modelId="{C1DBF1FC-E0F5-4B89-A5C5-D127E974C7CA}" type="parTrans" cxnId="{D311ED10-8576-4655-9D7F-C82D61BDF0DB}">
      <dgm:prSet/>
      <dgm:spPr/>
      <dgm:t>
        <a:bodyPr/>
        <a:lstStyle/>
        <a:p>
          <a:endParaRPr lang="it-IT"/>
        </a:p>
      </dgm:t>
    </dgm:pt>
    <dgm:pt modelId="{035C4E06-E29C-4057-AA11-21496C576C6B}" type="sibTrans" cxnId="{D311ED10-8576-4655-9D7F-C82D61BDF0DB}">
      <dgm:prSet/>
      <dgm:spPr/>
      <dgm:t>
        <a:bodyPr/>
        <a:lstStyle/>
        <a:p>
          <a:endParaRPr lang="it-IT"/>
        </a:p>
      </dgm:t>
    </dgm:pt>
    <dgm:pt modelId="{67A24FA5-9643-497D-82A1-59B885260765}">
      <dgm:prSet phldrT="[Testo]"/>
      <dgm:spPr/>
      <dgm:t>
        <a:bodyPr/>
        <a:lstStyle/>
        <a:p>
          <a:r>
            <a:rPr lang="it-IT" dirty="0"/>
            <a:t>ML</a:t>
          </a:r>
        </a:p>
      </dgm:t>
    </dgm:pt>
    <dgm:pt modelId="{673601DF-EEC5-4FCC-AA3E-002CA101BC3A}" type="parTrans" cxnId="{3A84935B-0C46-412A-BCC4-2094A59F2E4D}">
      <dgm:prSet/>
      <dgm:spPr/>
      <dgm:t>
        <a:bodyPr/>
        <a:lstStyle/>
        <a:p>
          <a:endParaRPr lang="it-IT"/>
        </a:p>
      </dgm:t>
    </dgm:pt>
    <dgm:pt modelId="{A54A0D41-8CB1-4A63-AE02-4E3925333EB9}" type="sibTrans" cxnId="{3A84935B-0C46-412A-BCC4-2094A59F2E4D}">
      <dgm:prSet/>
      <dgm:spPr/>
      <dgm:t>
        <a:bodyPr/>
        <a:lstStyle/>
        <a:p>
          <a:endParaRPr lang="it-IT"/>
        </a:p>
      </dgm:t>
    </dgm:pt>
    <dgm:pt modelId="{01F42DDD-0D3F-4B21-A1FB-26AFD590FF92}">
      <dgm:prSet phldrT="[Testo]"/>
      <dgm:spPr/>
      <dgm:t>
        <a:bodyPr/>
        <a:lstStyle/>
        <a:p>
          <a:r>
            <a:rPr lang="it-IT" dirty="0" err="1"/>
            <a:t>fiml</a:t>
          </a:r>
          <a:endParaRPr lang="it-IT" dirty="0"/>
        </a:p>
      </dgm:t>
    </dgm:pt>
    <dgm:pt modelId="{2AE53708-4FA3-4F1F-915B-307602D56ACF}" type="parTrans" cxnId="{D2140B74-A59B-4BE7-8D24-1C154EE541F4}">
      <dgm:prSet/>
      <dgm:spPr/>
      <dgm:t>
        <a:bodyPr/>
        <a:lstStyle/>
        <a:p>
          <a:endParaRPr lang="it-IT"/>
        </a:p>
      </dgm:t>
    </dgm:pt>
    <dgm:pt modelId="{659AEB45-595D-42C9-BF0D-084F8D5773FD}" type="sibTrans" cxnId="{D2140B74-A59B-4BE7-8D24-1C154EE541F4}">
      <dgm:prSet/>
      <dgm:spPr/>
      <dgm:t>
        <a:bodyPr/>
        <a:lstStyle/>
        <a:p>
          <a:endParaRPr lang="it-IT"/>
        </a:p>
      </dgm:t>
    </dgm:pt>
    <dgm:pt modelId="{16308E29-D354-4C79-8B24-EB33F9A8B119}">
      <dgm:prSet phldrT="[Testo]"/>
      <dgm:spPr/>
      <dgm:t>
        <a:bodyPr/>
        <a:lstStyle/>
        <a:p>
          <a:r>
            <a:rPr lang="it-IT" dirty="0"/>
            <a:t>se</a:t>
          </a:r>
        </a:p>
      </dgm:t>
    </dgm:pt>
    <dgm:pt modelId="{656CE88D-6FCC-43D4-A78F-EEA37E587531}" type="parTrans" cxnId="{B7DFAB62-1523-4636-998B-7ECB5F4CCC4F}">
      <dgm:prSet/>
      <dgm:spPr/>
      <dgm:t>
        <a:bodyPr/>
        <a:lstStyle/>
        <a:p>
          <a:endParaRPr lang="it-IT"/>
        </a:p>
      </dgm:t>
    </dgm:pt>
    <dgm:pt modelId="{DF1D730A-1DB9-4AAC-9FD8-8A418DCC3E51}" type="sibTrans" cxnId="{B7DFAB62-1523-4636-998B-7ECB5F4CCC4F}">
      <dgm:prSet/>
      <dgm:spPr/>
      <dgm:t>
        <a:bodyPr/>
        <a:lstStyle/>
        <a:p>
          <a:endParaRPr lang="it-IT"/>
        </a:p>
      </dgm:t>
    </dgm:pt>
    <dgm:pt modelId="{1694C468-B828-4D23-A5D8-E9C2F904318E}">
      <dgm:prSet phldrT="[Testo]"/>
      <dgm:spPr/>
      <dgm:t>
        <a:bodyPr/>
        <a:lstStyle/>
        <a:p>
          <a:r>
            <a:rPr lang="it-IT" dirty="0"/>
            <a:t>se</a:t>
          </a:r>
        </a:p>
      </dgm:t>
    </dgm:pt>
    <dgm:pt modelId="{4165F927-8E84-4796-84C5-F07A6B1CBEDE}" type="parTrans" cxnId="{7986778D-E81F-4A3E-9047-FAA7B74E0ED1}">
      <dgm:prSet/>
      <dgm:spPr/>
      <dgm:t>
        <a:bodyPr/>
        <a:lstStyle/>
        <a:p>
          <a:endParaRPr lang="it-IT"/>
        </a:p>
      </dgm:t>
    </dgm:pt>
    <dgm:pt modelId="{A2E46903-3E91-4724-9566-3B67ECB0AC39}" type="sibTrans" cxnId="{7986778D-E81F-4A3E-9047-FAA7B74E0ED1}">
      <dgm:prSet/>
      <dgm:spPr/>
      <dgm:t>
        <a:bodyPr/>
        <a:lstStyle/>
        <a:p>
          <a:endParaRPr lang="it-IT"/>
        </a:p>
      </dgm:t>
    </dgm:pt>
    <dgm:pt modelId="{3B795911-2CFC-45BF-A838-3EDBC3F17F5A}">
      <dgm:prSet phldrT="[Testo]"/>
      <dgm:spPr/>
      <dgm:t>
        <a:bodyPr/>
        <a:lstStyle/>
        <a:p>
          <a:pPr>
            <a:buNone/>
          </a:pPr>
          <a:r>
            <a:rPr lang="it-IT" b="0" i="0"/>
            <a:t>MLMVS</a:t>
          </a:r>
          <a:endParaRPr lang="it-IT" dirty="0"/>
        </a:p>
      </dgm:t>
    </dgm:pt>
    <dgm:pt modelId="{A1B54B2A-1C4F-4CBD-B0B3-3B348873F5AB}" type="parTrans" cxnId="{05B4EE7A-8916-4F6E-9C23-8F1BE8FF87A5}">
      <dgm:prSet/>
      <dgm:spPr/>
      <dgm:t>
        <a:bodyPr/>
        <a:lstStyle/>
        <a:p>
          <a:endParaRPr lang="it-IT"/>
        </a:p>
      </dgm:t>
    </dgm:pt>
    <dgm:pt modelId="{1478C37C-D7CC-4613-96C1-A35757447127}" type="sibTrans" cxnId="{05B4EE7A-8916-4F6E-9C23-8F1BE8FF87A5}">
      <dgm:prSet/>
      <dgm:spPr/>
      <dgm:t>
        <a:bodyPr/>
        <a:lstStyle/>
        <a:p>
          <a:endParaRPr lang="it-IT"/>
        </a:p>
      </dgm:t>
    </dgm:pt>
    <dgm:pt modelId="{1F9FFC61-EA2F-4F7C-A014-EDCBEAB2B72D}">
      <dgm:prSet phldrT="[Testo]"/>
      <dgm:spPr/>
      <dgm:t>
        <a:bodyPr/>
        <a:lstStyle/>
        <a:p>
          <a:r>
            <a:rPr lang="it-IT" dirty="0" err="1"/>
            <a:t>fiml</a:t>
          </a:r>
          <a:endParaRPr lang="it-IT" dirty="0"/>
        </a:p>
      </dgm:t>
    </dgm:pt>
    <dgm:pt modelId="{349D1DC0-27C0-4004-9306-A592515612AB}" type="parTrans" cxnId="{FB6FC8FF-C77A-4359-88A2-CEBD72EC98C0}">
      <dgm:prSet/>
      <dgm:spPr/>
      <dgm:t>
        <a:bodyPr/>
        <a:lstStyle/>
        <a:p>
          <a:endParaRPr lang="it-IT"/>
        </a:p>
      </dgm:t>
    </dgm:pt>
    <dgm:pt modelId="{2711494B-BD96-439F-A0D6-60B2B28F132B}" type="sibTrans" cxnId="{FB6FC8FF-C77A-4359-88A2-CEBD72EC98C0}">
      <dgm:prSet/>
      <dgm:spPr/>
      <dgm:t>
        <a:bodyPr/>
        <a:lstStyle/>
        <a:p>
          <a:endParaRPr lang="it-IT"/>
        </a:p>
      </dgm:t>
    </dgm:pt>
    <dgm:pt modelId="{0DD5C24F-A561-4589-AE60-D0D34DEFF82D}">
      <dgm:prSet phldrT="[Testo]"/>
      <dgm:spPr/>
      <dgm:t>
        <a:bodyPr/>
        <a:lstStyle/>
        <a:p>
          <a:r>
            <a:rPr lang="it-IT" dirty="0" err="1"/>
            <a:t>listwise</a:t>
          </a:r>
          <a:r>
            <a:rPr lang="it-IT" dirty="0"/>
            <a:t> </a:t>
          </a:r>
          <a:r>
            <a:rPr lang="it-IT" dirty="0" err="1"/>
            <a:t>deletion</a:t>
          </a:r>
          <a:endParaRPr lang="it-IT" dirty="0"/>
        </a:p>
      </dgm:t>
    </dgm:pt>
    <dgm:pt modelId="{B06DFDAB-8B6C-405A-BCA2-3F3FA9D7DAF0}" type="parTrans" cxnId="{D853013E-F211-4FF3-8A9A-53E1D6754DC2}">
      <dgm:prSet/>
      <dgm:spPr/>
      <dgm:t>
        <a:bodyPr/>
        <a:lstStyle/>
        <a:p>
          <a:endParaRPr lang="it-IT"/>
        </a:p>
      </dgm:t>
    </dgm:pt>
    <dgm:pt modelId="{1025F724-741C-4440-91D9-9D18D2DB3980}" type="sibTrans" cxnId="{D853013E-F211-4FF3-8A9A-53E1D6754DC2}">
      <dgm:prSet/>
      <dgm:spPr/>
      <dgm:t>
        <a:bodyPr/>
        <a:lstStyle/>
        <a:p>
          <a:endParaRPr lang="it-IT"/>
        </a:p>
      </dgm:t>
    </dgm:pt>
    <dgm:pt modelId="{40BFD59E-2199-42BE-8890-F30080F9A5C6}">
      <dgm:prSet phldrT="[Testo]"/>
      <dgm:spPr/>
      <dgm:t>
        <a:bodyPr/>
        <a:lstStyle/>
        <a:p>
          <a:r>
            <a:rPr lang="it-IT" dirty="0" err="1"/>
            <a:t>listwise</a:t>
          </a:r>
          <a:r>
            <a:rPr lang="it-IT" dirty="0"/>
            <a:t> </a:t>
          </a:r>
          <a:r>
            <a:rPr lang="it-IT" dirty="0" err="1"/>
            <a:t>deletion</a:t>
          </a:r>
          <a:endParaRPr lang="it-IT" dirty="0"/>
        </a:p>
      </dgm:t>
    </dgm:pt>
    <dgm:pt modelId="{54B0A806-CA62-4650-99D5-30F8A45F88BA}" type="parTrans" cxnId="{F3753E43-4943-437F-94F0-AE6DDE26F33D}">
      <dgm:prSet/>
      <dgm:spPr/>
      <dgm:t>
        <a:bodyPr/>
        <a:lstStyle/>
        <a:p>
          <a:endParaRPr lang="it-IT"/>
        </a:p>
      </dgm:t>
    </dgm:pt>
    <dgm:pt modelId="{428CFB29-F929-4BE7-A395-31FCF5770277}" type="sibTrans" cxnId="{F3753E43-4943-437F-94F0-AE6DDE26F33D}">
      <dgm:prSet/>
      <dgm:spPr/>
      <dgm:t>
        <a:bodyPr/>
        <a:lstStyle/>
        <a:p>
          <a:endParaRPr lang="it-IT"/>
        </a:p>
      </dgm:t>
    </dgm:pt>
    <dgm:pt modelId="{779E9F43-64D9-4A28-BE69-57BFCFAF25C0}">
      <dgm:prSet phldrT="[Testo]"/>
      <dgm:spPr/>
      <dgm:t>
        <a:bodyPr/>
        <a:lstStyle/>
        <a:p>
          <a:r>
            <a:rPr lang="it-IT" dirty="0"/>
            <a:t>…</a:t>
          </a:r>
        </a:p>
      </dgm:t>
    </dgm:pt>
    <dgm:pt modelId="{5C88C124-414F-4A8F-95F9-CF1D1B8F5B9E}" type="parTrans" cxnId="{7C1AB967-FF19-4A54-B929-4291244EFB87}">
      <dgm:prSet/>
      <dgm:spPr/>
      <dgm:t>
        <a:bodyPr/>
        <a:lstStyle/>
        <a:p>
          <a:endParaRPr lang="it-IT"/>
        </a:p>
      </dgm:t>
    </dgm:pt>
    <dgm:pt modelId="{D4F965B6-EDA0-49E5-9E30-F61CD1156FEE}" type="sibTrans" cxnId="{7C1AB967-FF19-4A54-B929-4291244EFB87}">
      <dgm:prSet/>
      <dgm:spPr/>
      <dgm:t>
        <a:bodyPr/>
        <a:lstStyle/>
        <a:p>
          <a:endParaRPr lang="it-IT"/>
        </a:p>
      </dgm:t>
    </dgm:pt>
    <dgm:pt modelId="{B0A986AD-AD65-4732-AB67-21225615AF08}">
      <dgm:prSet phldrT="[Testo]"/>
      <dgm:spPr/>
      <dgm:t>
        <a:bodyPr/>
        <a:lstStyle/>
        <a:p>
          <a:r>
            <a:rPr lang="it-IT" dirty="0"/>
            <a:t>….</a:t>
          </a:r>
        </a:p>
      </dgm:t>
    </dgm:pt>
    <dgm:pt modelId="{E94646BB-3E79-46BF-AE2F-CDBD8469C28A}" type="parTrans" cxnId="{15DD6460-6C4D-4784-9BBF-E576CB53164B}">
      <dgm:prSet/>
      <dgm:spPr/>
      <dgm:t>
        <a:bodyPr/>
        <a:lstStyle/>
        <a:p>
          <a:endParaRPr lang="it-IT"/>
        </a:p>
      </dgm:t>
    </dgm:pt>
    <dgm:pt modelId="{C3F5AE8F-6708-4E0B-AA2F-A124C5514030}" type="sibTrans" cxnId="{15DD6460-6C4D-4784-9BBF-E576CB53164B}">
      <dgm:prSet/>
      <dgm:spPr/>
      <dgm:t>
        <a:bodyPr/>
        <a:lstStyle/>
        <a:p>
          <a:endParaRPr lang="it-IT"/>
        </a:p>
      </dgm:t>
    </dgm:pt>
    <dgm:pt modelId="{72B11F47-E09E-43B3-B721-9E7786CAADD6}">
      <dgm:prSet phldrT="[Testo]"/>
      <dgm:spPr/>
      <dgm:t>
        <a:bodyPr/>
        <a:lstStyle/>
        <a:p>
          <a:r>
            <a:rPr lang="it-IT" dirty="0"/>
            <a:t>…</a:t>
          </a:r>
        </a:p>
      </dgm:t>
    </dgm:pt>
    <dgm:pt modelId="{E189FB57-4BF7-4661-B84C-5204BFEC4774}" type="parTrans" cxnId="{AE921134-9B2D-474F-8B87-4FE5A7C41CF7}">
      <dgm:prSet/>
      <dgm:spPr/>
      <dgm:t>
        <a:bodyPr/>
        <a:lstStyle/>
        <a:p>
          <a:endParaRPr lang="it-IT"/>
        </a:p>
      </dgm:t>
    </dgm:pt>
    <dgm:pt modelId="{FCD1219B-5A94-42A9-9609-591C7F6618C5}" type="sibTrans" cxnId="{AE921134-9B2D-474F-8B87-4FE5A7C41CF7}">
      <dgm:prSet/>
      <dgm:spPr/>
      <dgm:t>
        <a:bodyPr/>
        <a:lstStyle/>
        <a:p>
          <a:endParaRPr lang="it-IT"/>
        </a:p>
      </dgm:t>
    </dgm:pt>
    <dgm:pt modelId="{4DE5D00F-9308-4DEC-8C20-16BE3961510D}">
      <dgm:prSet phldrT="[Testo]"/>
      <dgm:spPr/>
      <dgm:t>
        <a:bodyPr/>
        <a:lstStyle/>
        <a:p>
          <a:r>
            <a:rPr lang="it-IT" dirty="0"/>
            <a:t>…</a:t>
          </a:r>
        </a:p>
      </dgm:t>
    </dgm:pt>
    <dgm:pt modelId="{80DFB97F-C7F6-4FB4-B476-EA9E937D25EB}" type="parTrans" cxnId="{2668DEAE-5BCA-435D-958D-0B2E05EABC23}">
      <dgm:prSet/>
      <dgm:spPr/>
      <dgm:t>
        <a:bodyPr/>
        <a:lstStyle/>
        <a:p>
          <a:endParaRPr lang="it-IT"/>
        </a:p>
      </dgm:t>
    </dgm:pt>
    <dgm:pt modelId="{85C79813-9A7F-4012-A24D-15B2D30BB07B}" type="sibTrans" cxnId="{2668DEAE-5BCA-435D-958D-0B2E05EABC23}">
      <dgm:prSet/>
      <dgm:spPr/>
      <dgm:t>
        <a:bodyPr/>
        <a:lstStyle/>
        <a:p>
          <a:endParaRPr lang="it-IT"/>
        </a:p>
      </dgm:t>
    </dgm:pt>
    <dgm:pt modelId="{06CFB712-A535-4F5D-967B-A1A792DABEB9}">
      <dgm:prSet phldrT="[Testo]"/>
      <dgm:spPr/>
      <dgm:t>
        <a:bodyPr/>
        <a:lstStyle/>
        <a:p>
          <a:r>
            <a:rPr lang="it-IT" dirty="0"/>
            <a:t>se</a:t>
          </a:r>
        </a:p>
      </dgm:t>
    </dgm:pt>
    <dgm:pt modelId="{A8A24511-202F-46D3-93E7-416C0A6463C5}" type="parTrans" cxnId="{33613A42-42F3-4359-BFAC-DF00580B4F87}">
      <dgm:prSet/>
      <dgm:spPr/>
      <dgm:t>
        <a:bodyPr/>
        <a:lstStyle/>
        <a:p>
          <a:endParaRPr lang="it-IT"/>
        </a:p>
      </dgm:t>
    </dgm:pt>
    <dgm:pt modelId="{40CA832D-4E2F-4AD6-9DFC-D5C35BB9DD6F}" type="sibTrans" cxnId="{33613A42-42F3-4359-BFAC-DF00580B4F87}">
      <dgm:prSet/>
      <dgm:spPr/>
      <dgm:t>
        <a:bodyPr/>
        <a:lstStyle/>
        <a:p>
          <a:endParaRPr lang="it-IT"/>
        </a:p>
      </dgm:t>
    </dgm:pt>
    <dgm:pt modelId="{B0C0AF97-85CC-47ED-830E-B32AB0376C50}">
      <dgm:prSet phldrT="[Testo]"/>
      <dgm:spPr/>
      <dgm:t>
        <a:bodyPr/>
        <a:lstStyle/>
        <a:p>
          <a:r>
            <a:rPr lang="it-IT" dirty="0"/>
            <a:t>se</a:t>
          </a:r>
        </a:p>
      </dgm:t>
    </dgm:pt>
    <dgm:pt modelId="{5DB4A3E5-0A1E-4732-8225-313DBE3B1971}" type="parTrans" cxnId="{2273024F-FB37-40E1-B17E-8870F557EFE7}">
      <dgm:prSet/>
      <dgm:spPr/>
      <dgm:t>
        <a:bodyPr/>
        <a:lstStyle/>
        <a:p>
          <a:endParaRPr lang="it-IT"/>
        </a:p>
      </dgm:t>
    </dgm:pt>
    <dgm:pt modelId="{0E431E39-BB31-4D71-A3E2-80681296DCA0}" type="sibTrans" cxnId="{2273024F-FB37-40E1-B17E-8870F557EFE7}">
      <dgm:prSet/>
      <dgm:spPr/>
      <dgm:t>
        <a:bodyPr/>
        <a:lstStyle/>
        <a:p>
          <a:endParaRPr lang="it-IT"/>
        </a:p>
      </dgm:t>
    </dgm:pt>
    <dgm:pt modelId="{7C9089CE-B2A1-4034-B096-B1719683D55E}">
      <dgm:prSet phldrT="[Testo]"/>
      <dgm:spPr/>
      <dgm:t>
        <a:bodyPr/>
        <a:lstStyle/>
        <a:p>
          <a:r>
            <a:rPr lang="it-IT" dirty="0"/>
            <a:t>se</a:t>
          </a:r>
        </a:p>
      </dgm:t>
    </dgm:pt>
    <dgm:pt modelId="{19510265-5319-4EE6-91F3-63E8E5014E26}" type="parTrans" cxnId="{CEA22A14-7BBE-4602-96C2-E275D208297D}">
      <dgm:prSet/>
      <dgm:spPr/>
      <dgm:t>
        <a:bodyPr/>
        <a:lstStyle/>
        <a:p>
          <a:endParaRPr lang="it-IT"/>
        </a:p>
      </dgm:t>
    </dgm:pt>
    <dgm:pt modelId="{80ED23D4-B1D9-4AC0-B997-A884CC383CD7}" type="sibTrans" cxnId="{CEA22A14-7BBE-4602-96C2-E275D208297D}">
      <dgm:prSet/>
      <dgm:spPr/>
      <dgm:t>
        <a:bodyPr/>
        <a:lstStyle/>
        <a:p>
          <a:endParaRPr lang="it-IT"/>
        </a:p>
      </dgm:t>
    </dgm:pt>
    <dgm:pt modelId="{EAD36DD7-DA78-471E-AE6C-2A97D18EC62A}">
      <dgm:prSet phldrT="[Testo]"/>
      <dgm:spPr/>
      <dgm:t>
        <a:bodyPr/>
        <a:lstStyle/>
        <a:p>
          <a:r>
            <a:rPr lang="it-IT" dirty="0"/>
            <a:t>se</a:t>
          </a:r>
        </a:p>
      </dgm:t>
    </dgm:pt>
    <dgm:pt modelId="{770FAF4A-56F5-491D-A173-9E6E403153C1}" type="parTrans" cxnId="{7A287C19-1BF7-4075-BD0C-F04475EA4904}">
      <dgm:prSet/>
      <dgm:spPr/>
      <dgm:t>
        <a:bodyPr/>
        <a:lstStyle/>
        <a:p>
          <a:endParaRPr lang="it-IT"/>
        </a:p>
      </dgm:t>
    </dgm:pt>
    <dgm:pt modelId="{D8752598-9B38-4F68-BD97-2382DCFE49A0}" type="sibTrans" cxnId="{7A287C19-1BF7-4075-BD0C-F04475EA4904}">
      <dgm:prSet/>
      <dgm:spPr/>
      <dgm:t>
        <a:bodyPr/>
        <a:lstStyle/>
        <a:p>
          <a:endParaRPr lang="it-IT"/>
        </a:p>
      </dgm:t>
    </dgm:pt>
    <dgm:pt modelId="{B6EDC60E-06F8-409F-8253-5BA6DFF3A47C}">
      <dgm:prSet phldrT="[Testo]"/>
      <dgm:spPr/>
      <dgm:t>
        <a:bodyPr/>
        <a:lstStyle/>
        <a:p>
          <a:r>
            <a:rPr lang="it-IT" dirty="0" err="1"/>
            <a:t>fit</a:t>
          </a:r>
          <a:r>
            <a:rPr lang="it-IT" dirty="0"/>
            <a:t> </a:t>
          </a:r>
          <a:r>
            <a:rPr lang="it-IT" dirty="0" err="1"/>
            <a:t>indices</a:t>
          </a:r>
          <a:endParaRPr lang="it-IT" dirty="0"/>
        </a:p>
      </dgm:t>
    </dgm:pt>
    <dgm:pt modelId="{769B67E8-9AEF-4402-ABD8-043229117595}" type="parTrans" cxnId="{A120A496-E998-419B-B168-477BCE5AFF6E}">
      <dgm:prSet/>
      <dgm:spPr/>
      <dgm:t>
        <a:bodyPr/>
        <a:lstStyle/>
        <a:p>
          <a:endParaRPr lang="it-IT"/>
        </a:p>
      </dgm:t>
    </dgm:pt>
    <dgm:pt modelId="{B1089200-79AF-490D-94A9-9B4749CE8F9F}" type="sibTrans" cxnId="{A120A496-E998-419B-B168-477BCE5AFF6E}">
      <dgm:prSet/>
      <dgm:spPr/>
      <dgm:t>
        <a:bodyPr/>
        <a:lstStyle/>
        <a:p>
          <a:endParaRPr lang="it-IT"/>
        </a:p>
      </dgm:t>
    </dgm:pt>
    <dgm:pt modelId="{AAF9FA1C-1595-4F96-BF85-D8B49F350D80}">
      <dgm:prSet phldrT="[Testo]"/>
      <dgm:spPr/>
      <dgm:t>
        <a:bodyPr/>
        <a:lstStyle/>
        <a:p>
          <a:r>
            <a:rPr lang="it-IT" dirty="0" err="1"/>
            <a:t>estimates</a:t>
          </a:r>
          <a:endParaRPr lang="it-IT" dirty="0"/>
        </a:p>
      </dgm:t>
    </dgm:pt>
    <dgm:pt modelId="{B7A739D5-0938-4846-8FCD-755A0B3574C2}" type="parTrans" cxnId="{18B44F61-8C54-4E82-9C5A-71BD5AC242D8}">
      <dgm:prSet/>
      <dgm:spPr/>
      <dgm:t>
        <a:bodyPr/>
        <a:lstStyle/>
        <a:p>
          <a:endParaRPr lang="it-IT"/>
        </a:p>
      </dgm:t>
    </dgm:pt>
    <dgm:pt modelId="{D8690D92-153B-4813-8642-3F390F6CF160}" type="sibTrans" cxnId="{18B44F61-8C54-4E82-9C5A-71BD5AC242D8}">
      <dgm:prSet/>
      <dgm:spPr/>
      <dgm:t>
        <a:bodyPr/>
        <a:lstStyle/>
        <a:p>
          <a:endParaRPr lang="it-IT"/>
        </a:p>
      </dgm:t>
    </dgm:pt>
    <dgm:pt modelId="{DF5C7FA3-8035-4853-9CB7-098226BB5C61}">
      <dgm:prSet phldrT="[Testo]"/>
      <dgm:spPr/>
      <dgm:t>
        <a:bodyPr/>
        <a:lstStyle/>
        <a:p>
          <a:r>
            <a:rPr lang="it-IT" dirty="0" err="1"/>
            <a:t>fit</a:t>
          </a:r>
          <a:r>
            <a:rPr lang="it-IT" dirty="0"/>
            <a:t> </a:t>
          </a:r>
          <a:r>
            <a:rPr lang="it-IT" dirty="0" err="1"/>
            <a:t>indices</a:t>
          </a:r>
          <a:endParaRPr lang="it-IT" dirty="0"/>
        </a:p>
      </dgm:t>
    </dgm:pt>
    <dgm:pt modelId="{D8B93B03-F9AD-4E2F-8E28-076C9250F71C}" type="parTrans" cxnId="{5AD3B107-5CA6-45BF-A4ED-087BFA8BBA43}">
      <dgm:prSet/>
      <dgm:spPr/>
      <dgm:t>
        <a:bodyPr/>
        <a:lstStyle/>
        <a:p>
          <a:endParaRPr lang="it-IT"/>
        </a:p>
      </dgm:t>
    </dgm:pt>
    <dgm:pt modelId="{C81AFCEB-B9A9-4E03-8F36-7398974A2180}" type="sibTrans" cxnId="{5AD3B107-5CA6-45BF-A4ED-087BFA8BBA43}">
      <dgm:prSet/>
      <dgm:spPr/>
      <dgm:t>
        <a:bodyPr/>
        <a:lstStyle/>
        <a:p>
          <a:endParaRPr lang="it-IT"/>
        </a:p>
      </dgm:t>
    </dgm:pt>
    <dgm:pt modelId="{931E618E-D65C-4F49-9FE8-99CD120B9729}">
      <dgm:prSet phldrT="[Testo]"/>
      <dgm:spPr/>
      <dgm:t>
        <a:bodyPr/>
        <a:lstStyle/>
        <a:p>
          <a:r>
            <a:rPr lang="it-IT" dirty="0" err="1"/>
            <a:t>estimates</a:t>
          </a:r>
          <a:endParaRPr lang="it-IT" dirty="0"/>
        </a:p>
      </dgm:t>
    </dgm:pt>
    <dgm:pt modelId="{6B833BDC-3455-479D-AA81-6CFADD48A9C6}" type="parTrans" cxnId="{7C23E417-3EA4-45B8-9D76-BCA153A89FC2}">
      <dgm:prSet/>
      <dgm:spPr/>
      <dgm:t>
        <a:bodyPr/>
        <a:lstStyle/>
        <a:p>
          <a:endParaRPr lang="it-IT"/>
        </a:p>
      </dgm:t>
    </dgm:pt>
    <dgm:pt modelId="{89FA35FB-E206-4820-93D7-6F0B84698979}" type="sibTrans" cxnId="{7C23E417-3EA4-45B8-9D76-BCA153A89FC2}">
      <dgm:prSet/>
      <dgm:spPr/>
      <dgm:t>
        <a:bodyPr/>
        <a:lstStyle/>
        <a:p>
          <a:endParaRPr lang="it-IT"/>
        </a:p>
      </dgm:t>
    </dgm:pt>
    <dgm:pt modelId="{17A2C08C-6275-4149-8F67-54D4FCE0FC51}">
      <dgm:prSet phldrT="[Testo]"/>
      <dgm:spPr/>
      <dgm:t>
        <a:bodyPr/>
        <a:lstStyle/>
        <a:p>
          <a:r>
            <a:rPr lang="it-IT" dirty="0" err="1"/>
            <a:t>fit</a:t>
          </a:r>
          <a:r>
            <a:rPr lang="it-IT" dirty="0"/>
            <a:t> </a:t>
          </a:r>
          <a:r>
            <a:rPr lang="it-IT" dirty="0" err="1"/>
            <a:t>indices</a:t>
          </a:r>
          <a:endParaRPr lang="it-IT" dirty="0"/>
        </a:p>
      </dgm:t>
    </dgm:pt>
    <dgm:pt modelId="{EA93E40B-2AC6-40AE-B023-245E89535327}" type="parTrans" cxnId="{AD18237A-953B-48CC-8633-8AB0E619A6F1}">
      <dgm:prSet/>
      <dgm:spPr/>
      <dgm:t>
        <a:bodyPr/>
        <a:lstStyle/>
        <a:p>
          <a:endParaRPr lang="it-IT"/>
        </a:p>
      </dgm:t>
    </dgm:pt>
    <dgm:pt modelId="{5D99CDC3-63B6-49A6-BE71-5F01830884D9}" type="sibTrans" cxnId="{AD18237A-953B-48CC-8633-8AB0E619A6F1}">
      <dgm:prSet/>
      <dgm:spPr/>
      <dgm:t>
        <a:bodyPr/>
        <a:lstStyle/>
        <a:p>
          <a:endParaRPr lang="it-IT"/>
        </a:p>
      </dgm:t>
    </dgm:pt>
    <dgm:pt modelId="{7D8B2F07-59E3-428F-A7B8-14508826D23E}">
      <dgm:prSet phldrT="[Testo]"/>
      <dgm:spPr/>
      <dgm:t>
        <a:bodyPr/>
        <a:lstStyle/>
        <a:p>
          <a:r>
            <a:rPr lang="it-IT" dirty="0" err="1"/>
            <a:t>estimates</a:t>
          </a:r>
          <a:endParaRPr lang="it-IT" dirty="0"/>
        </a:p>
      </dgm:t>
    </dgm:pt>
    <dgm:pt modelId="{CF1BE021-8211-4F25-8565-032F6404A414}" type="parTrans" cxnId="{1F7CA403-2FEE-4CA3-B53C-0EC6A12F6E11}">
      <dgm:prSet/>
      <dgm:spPr/>
      <dgm:t>
        <a:bodyPr/>
        <a:lstStyle/>
        <a:p>
          <a:endParaRPr lang="it-IT"/>
        </a:p>
      </dgm:t>
    </dgm:pt>
    <dgm:pt modelId="{B0C3A60B-919E-41E8-BB88-514627A33189}" type="sibTrans" cxnId="{1F7CA403-2FEE-4CA3-B53C-0EC6A12F6E11}">
      <dgm:prSet/>
      <dgm:spPr/>
      <dgm:t>
        <a:bodyPr/>
        <a:lstStyle/>
        <a:p>
          <a:endParaRPr lang="it-IT"/>
        </a:p>
      </dgm:t>
    </dgm:pt>
    <dgm:pt modelId="{37260AAB-7A12-4707-8523-84ED41C1069E}">
      <dgm:prSet phldrT="[Testo]"/>
      <dgm:spPr/>
      <dgm:t>
        <a:bodyPr/>
        <a:lstStyle/>
        <a:p>
          <a:r>
            <a:rPr lang="it-IT" dirty="0" err="1"/>
            <a:t>fit</a:t>
          </a:r>
          <a:r>
            <a:rPr lang="it-IT" dirty="0"/>
            <a:t> </a:t>
          </a:r>
          <a:r>
            <a:rPr lang="it-IT" dirty="0" err="1"/>
            <a:t>indices</a:t>
          </a:r>
          <a:endParaRPr lang="it-IT" dirty="0"/>
        </a:p>
      </dgm:t>
    </dgm:pt>
    <dgm:pt modelId="{BED54D11-BD2B-4F4B-844D-4B4A32153309}" type="parTrans" cxnId="{F02BFF41-B688-4A5B-ABE4-EDFDB366AF39}">
      <dgm:prSet/>
      <dgm:spPr/>
      <dgm:t>
        <a:bodyPr/>
        <a:lstStyle/>
        <a:p>
          <a:endParaRPr lang="it-IT"/>
        </a:p>
      </dgm:t>
    </dgm:pt>
    <dgm:pt modelId="{A9FA8856-ADEF-4D14-AC8B-08810FA23183}" type="sibTrans" cxnId="{F02BFF41-B688-4A5B-ABE4-EDFDB366AF39}">
      <dgm:prSet/>
      <dgm:spPr/>
      <dgm:t>
        <a:bodyPr/>
        <a:lstStyle/>
        <a:p>
          <a:endParaRPr lang="it-IT"/>
        </a:p>
      </dgm:t>
    </dgm:pt>
    <dgm:pt modelId="{530D188C-DB48-4021-BE63-FBC308BBE982}">
      <dgm:prSet phldrT="[Testo]"/>
      <dgm:spPr/>
      <dgm:t>
        <a:bodyPr/>
        <a:lstStyle/>
        <a:p>
          <a:r>
            <a:rPr lang="it-IT" dirty="0" err="1"/>
            <a:t>estimates</a:t>
          </a:r>
          <a:endParaRPr lang="it-IT" dirty="0"/>
        </a:p>
      </dgm:t>
    </dgm:pt>
    <dgm:pt modelId="{60A71DB1-C755-4525-8432-D812E866C576}" type="parTrans" cxnId="{EA8FEAD1-76F7-4E58-9BE9-2298D8AB015E}">
      <dgm:prSet/>
      <dgm:spPr/>
      <dgm:t>
        <a:bodyPr/>
        <a:lstStyle/>
        <a:p>
          <a:endParaRPr lang="it-IT"/>
        </a:p>
      </dgm:t>
    </dgm:pt>
    <dgm:pt modelId="{DD2CF6DF-FE65-4F9A-986B-2D5E8F835EAC}" type="sibTrans" cxnId="{EA8FEAD1-76F7-4E58-9BE9-2298D8AB015E}">
      <dgm:prSet/>
      <dgm:spPr/>
      <dgm:t>
        <a:bodyPr/>
        <a:lstStyle/>
        <a:p>
          <a:endParaRPr lang="it-IT"/>
        </a:p>
      </dgm:t>
    </dgm:pt>
    <dgm:pt modelId="{46940C06-2785-4911-8E7E-1D27E676DF91}">
      <dgm:prSet phldrT="[Testo]"/>
      <dgm:spPr/>
      <dgm:t>
        <a:bodyPr/>
        <a:lstStyle/>
        <a:p>
          <a:r>
            <a:rPr lang="it-IT" dirty="0" err="1"/>
            <a:t>fit</a:t>
          </a:r>
          <a:r>
            <a:rPr lang="it-IT" dirty="0"/>
            <a:t> </a:t>
          </a:r>
          <a:r>
            <a:rPr lang="it-IT" dirty="0" err="1"/>
            <a:t>indices</a:t>
          </a:r>
          <a:endParaRPr lang="it-IT" dirty="0"/>
        </a:p>
      </dgm:t>
    </dgm:pt>
    <dgm:pt modelId="{D573432A-2B17-4C95-B59D-6A959E1DB7F2}" type="parTrans" cxnId="{7DF31604-5208-426F-A736-947351BC887B}">
      <dgm:prSet/>
      <dgm:spPr/>
      <dgm:t>
        <a:bodyPr/>
        <a:lstStyle/>
        <a:p>
          <a:endParaRPr lang="it-IT"/>
        </a:p>
      </dgm:t>
    </dgm:pt>
    <dgm:pt modelId="{C3702467-12B2-40F9-8483-9F1531B87390}" type="sibTrans" cxnId="{7DF31604-5208-426F-A736-947351BC887B}">
      <dgm:prSet/>
      <dgm:spPr/>
      <dgm:t>
        <a:bodyPr/>
        <a:lstStyle/>
        <a:p>
          <a:endParaRPr lang="it-IT"/>
        </a:p>
      </dgm:t>
    </dgm:pt>
    <dgm:pt modelId="{4293C97B-7C22-4018-BB30-91331FFB5A89}">
      <dgm:prSet phldrT="[Testo]"/>
      <dgm:spPr/>
      <dgm:t>
        <a:bodyPr/>
        <a:lstStyle/>
        <a:p>
          <a:r>
            <a:rPr lang="it-IT" dirty="0" err="1"/>
            <a:t>estimates</a:t>
          </a:r>
          <a:endParaRPr lang="it-IT" dirty="0"/>
        </a:p>
      </dgm:t>
    </dgm:pt>
    <dgm:pt modelId="{EDFA501B-D66E-4832-89B5-0B5125B754CF}" type="parTrans" cxnId="{7B5557FF-FF02-450D-9BDF-42AB25A7997F}">
      <dgm:prSet/>
      <dgm:spPr/>
      <dgm:t>
        <a:bodyPr/>
        <a:lstStyle/>
        <a:p>
          <a:endParaRPr lang="it-IT"/>
        </a:p>
      </dgm:t>
    </dgm:pt>
    <dgm:pt modelId="{62E3FDA9-91E5-43F3-B9F2-2F431FB969A1}" type="sibTrans" cxnId="{7B5557FF-FF02-450D-9BDF-42AB25A7997F}">
      <dgm:prSet/>
      <dgm:spPr/>
      <dgm:t>
        <a:bodyPr/>
        <a:lstStyle/>
        <a:p>
          <a:endParaRPr lang="it-IT"/>
        </a:p>
      </dgm:t>
    </dgm:pt>
    <dgm:pt modelId="{F4CDD647-D3A2-4ECF-98F8-89ADFFCE9757}">
      <dgm:prSet phldrT="[Testo]"/>
      <dgm:spPr/>
      <dgm:t>
        <a:bodyPr/>
        <a:lstStyle/>
        <a:p>
          <a:r>
            <a:rPr lang="it-IT" dirty="0" err="1"/>
            <a:t>fit</a:t>
          </a:r>
          <a:r>
            <a:rPr lang="it-IT" dirty="0"/>
            <a:t> </a:t>
          </a:r>
          <a:r>
            <a:rPr lang="it-IT" dirty="0" err="1"/>
            <a:t>indices</a:t>
          </a:r>
          <a:endParaRPr lang="it-IT" dirty="0"/>
        </a:p>
      </dgm:t>
    </dgm:pt>
    <dgm:pt modelId="{9CA2A291-DA12-4DEF-9684-905E5D184871}" type="parTrans" cxnId="{002EE87E-D54C-4A28-90D7-7206D35CC23D}">
      <dgm:prSet/>
      <dgm:spPr/>
      <dgm:t>
        <a:bodyPr/>
        <a:lstStyle/>
        <a:p>
          <a:endParaRPr lang="it-IT"/>
        </a:p>
      </dgm:t>
    </dgm:pt>
    <dgm:pt modelId="{07E8CBC2-E797-4BD2-BAF0-F858BF9E1478}" type="sibTrans" cxnId="{002EE87E-D54C-4A28-90D7-7206D35CC23D}">
      <dgm:prSet/>
      <dgm:spPr/>
      <dgm:t>
        <a:bodyPr/>
        <a:lstStyle/>
        <a:p>
          <a:endParaRPr lang="it-IT"/>
        </a:p>
      </dgm:t>
    </dgm:pt>
    <dgm:pt modelId="{E8B6946E-DBB6-4230-B773-F08A97AF082A}">
      <dgm:prSet phldrT="[Testo]"/>
      <dgm:spPr/>
      <dgm:t>
        <a:bodyPr/>
        <a:lstStyle/>
        <a:p>
          <a:r>
            <a:rPr lang="it-IT" dirty="0" err="1"/>
            <a:t>estimates</a:t>
          </a:r>
          <a:endParaRPr lang="it-IT" dirty="0"/>
        </a:p>
      </dgm:t>
    </dgm:pt>
    <dgm:pt modelId="{A1519CCC-335A-41C4-8CB5-8ED626DA5243}" type="parTrans" cxnId="{3762B86E-0246-4470-AAAA-AE41FEE5D310}">
      <dgm:prSet/>
      <dgm:spPr/>
      <dgm:t>
        <a:bodyPr/>
        <a:lstStyle/>
        <a:p>
          <a:endParaRPr lang="it-IT"/>
        </a:p>
      </dgm:t>
    </dgm:pt>
    <dgm:pt modelId="{A73EF5B1-327B-4ACB-A17B-9AF0D4A7EB79}" type="sibTrans" cxnId="{3762B86E-0246-4470-AAAA-AE41FEE5D310}">
      <dgm:prSet/>
      <dgm:spPr/>
      <dgm:t>
        <a:bodyPr/>
        <a:lstStyle/>
        <a:p>
          <a:endParaRPr lang="it-IT"/>
        </a:p>
      </dgm:t>
    </dgm:pt>
    <dgm:pt modelId="{3C247254-0A49-465A-B5F8-87A681324F5F}" type="pres">
      <dgm:prSet presAssocID="{71BEC283-6878-4EFC-844D-96D309175F80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DD5F9CC1-261E-4642-BED1-787678BDC051}" type="pres">
      <dgm:prSet presAssocID="{EE794898-C14D-4FA7-BDFC-FBB483556C7D}" presName="root1" presStyleCnt="0"/>
      <dgm:spPr/>
    </dgm:pt>
    <dgm:pt modelId="{450E3CB1-0D72-4407-A192-EF9E6B0AB2B0}" type="pres">
      <dgm:prSet presAssocID="{EE794898-C14D-4FA7-BDFC-FBB483556C7D}" presName="LevelOneTextNode" presStyleLbl="node0" presStyleIdx="0" presStyleCnt="1">
        <dgm:presLayoutVars>
          <dgm:chPref val="3"/>
        </dgm:presLayoutVars>
      </dgm:prSet>
      <dgm:spPr/>
    </dgm:pt>
    <dgm:pt modelId="{4CBC7919-701A-42B3-95F8-EF04753E5630}" type="pres">
      <dgm:prSet presAssocID="{EE794898-C14D-4FA7-BDFC-FBB483556C7D}" presName="level2hierChild" presStyleCnt="0"/>
      <dgm:spPr/>
    </dgm:pt>
    <dgm:pt modelId="{A287B125-C4C5-4205-9132-4DE424943E6E}" type="pres">
      <dgm:prSet presAssocID="{528CA69D-82D1-41BC-A633-9A5DB1F4A60D}" presName="conn2-1" presStyleLbl="parChTrans1D2" presStyleIdx="0" presStyleCnt="4"/>
      <dgm:spPr/>
    </dgm:pt>
    <dgm:pt modelId="{F3472F10-B547-46C5-BE32-2B025675B480}" type="pres">
      <dgm:prSet presAssocID="{528CA69D-82D1-41BC-A633-9A5DB1F4A60D}" presName="connTx" presStyleLbl="parChTrans1D2" presStyleIdx="0" presStyleCnt="4"/>
      <dgm:spPr/>
    </dgm:pt>
    <dgm:pt modelId="{36219043-440A-4E6B-B4C6-1FD777E60541}" type="pres">
      <dgm:prSet presAssocID="{3431CE1A-4B26-49E3-ADCE-EBB3C2D673E9}" presName="root2" presStyleCnt="0"/>
      <dgm:spPr/>
    </dgm:pt>
    <dgm:pt modelId="{EA39FD28-716A-4551-A629-DACF7F18155F}" type="pres">
      <dgm:prSet presAssocID="{3431CE1A-4B26-49E3-ADCE-EBB3C2D673E9}" presName="LevelTwoTextNode" presStyleLbl="node2" presStyleIdx="0" presStyleCnt="4">
        <dgm:presLayoutVars>
          <dgm:chPref val="3"/>
        </dgm:presLayoutVars>
      </dgm:prSet>
      <dgm:spPr/>
    </dgm:pt>
    <dgm:pt modelId="{A885FD80-5049-46F6-822F-4B47CD0C7031}" type="pres">
      <dgm:prSet presAssocID="{3431CE1A-4B26-49E3-ADCE-EBB3C2D673E9}" presName="level3hierChild" presStyleCnt="0"/>
      <dgm:spPr/>
    </dgm:pt>
    <dgm:pt modelId="{8DACD31C-3FA0-4DED-ABFC-04FFC3293189}" type="pres">
      <dgm:prSet presAssocID="{04F21B15-378E-4F8B-ABD6-BAD09C1BA979}" presName="conn2-1" presStyleLbl="parChTrans1D3" presStyleIdx="0" presStyleCnt="7"/>
      <dgm:spPr/>
    </dgm:pt>
    <dgm:pt modelId="{8F8EFF83-8E19-4EF3-BE62-286D14A75C28}" type="pres">
      <dgm:prSet presAssocID="{04F21B15-378E-4F8B-ABD6-BAD09C1BA979}" presName="connTx" presStyleLbl="parChTrans1D3" presStyleIdx="0" presStyleCnt="7"/>
      <dgm:spPr/>
    </dgm:pt>
    <dgm:pt modelId="{69EC6759-896C-426D-AF17-36A8FB462F4F}" type="pres">
      <dgm:prSet presAssocID="{288C03A6-49C9-4896-9F11-F426A11BD1B8}" presName="root2" presStyleCnt="0"/>
      <dgm:spPr/>
    </dgm:pt>
    <dgm:pt modelId="{78707DAF-37E7-4D57-9C16-45E67E80CD69}" type="pres">
      <dgm:prSet presAssocID="{288C03A6-49C9-4896-9F11-F426A11BD1B8}" presName="LevelTwoTextNode" presStyleLbl="node3" presStyleIdx="0" presStyleCnt="7">
        <dgm:presLayoutVars>
          <dgm:chPref val="3"/>
        </dgm:presLayoutVars>
      </dgm:prSet>
      <dgm:spPr/>
    </dgm:pt>
    <dgm:pt modelId="{D1640EA4-3465-4DC6-A16F-EDF2AAEA683C}" type="pres">
      <dgm:prSet presAssocID="{288C03A6-49C9-4896-9F11-F426A11BD1B8}" presName="level3hierChild" presStyleCnt="0"/>
      <dgm:spPr/>
    </dgm:pt>
    <dgm:pt modelId="{2E57C7AD-2716-415B-AB13-30C9D71D6B31}" type="pres">
      <dgm:prSet presAssocID="{4165F927-8E84-4796-84C5-F07A6B1CBEDE}" presName="conn2-1" presStyleLbl="parChTrans1D4" presStyleIdx="0" presStyleCnt="20"/>
      <dgm:spPr/>
    </dgm:pt>
    <dgm:pt modelId="{706CD6FF-B7FE-4178-BF30-2BD195EED6C1}" type="pres">
      <dgm:prSet presAssocID="{4165F927-8E84-4796-84C5-F07A6B1CBEDE}" presName="connTx" presStyleLbl="parChTrans1D4" presStyleIdx="0" presStyleCnt="20"/>
      <dgm:spPr/>
    </dgm:pt>
    <dgm:pt modelId="{8014BB18-BAB8-4441-A0E8-DCF907305D42}" type="pres">
      <dgm:prSet presAssocID="{1694C468-B828-4D23-A5D8-E9C2F904318E}" presName="root2" presStyleCnt="0"/>
      <dgm:spPr/>
    </dgm:pt>
    <dgm:pt modelId="{75D460A7-4AFF-42BA-906C-3E8CCE1DA119}" type="pres">
      <dgm:prSet presAssocID="{1694C468-B828-4D23-A5D8-E9C2F904318E}" presName="LevelTwoTextNode" presStyleLbl="node4" presStyleIdx="0" presStyleCnt="20">
        <dgm:presLayoutVars>
          <dgm:chPref val="3"/>
        </dgm:presLayoutVars>
      </dgm:prSet>
      <dgm:spPr/>
    </dgm:pt>
    <dgm:pt modelId="{BA338335-EBF2-40DA-94D5-46B1C2750152}" type="pres">
      <dgm:prSet presAssocID="{1694C468-B828-4D23-A5D8-E9C2F904318E}" presName="level3hierChild" presStyleCnt="0"/>
      <dgm:spPr/>
    </dgm:pt>
    <dgm:pt modelId="{5A06A575-3E2C-4C3C-BEBA-E9B289368B87}" type="pres">
      <dgm:prSet presAssocID="{769B67E8-9AEF-4402-ABD8-043229117595}" presName="conn2-1" presStyleLbl="parChTrans1D4" presStyleIdx="1" presStyleCnt="20"/>
      <dgm:spPr/>
    </dgm:pt>
    <dgm:pt modelId="{6F1FE561-0510-4E7B-B7FD-9D32CBD29FA5}" type="pres">
      <dgm:prSet presAssocID="{769B67E8-9AEF-4402-ABD8-043229117595}" presName="connTx" presStyleLbl="parChTrans1D4" presStyleIdx="1" presStyleCnt="20"/>
      <dgm:spPr/>
    </dgm:pt>
    <dgm:pt modelId="{AFF46303-86A9-4103-82CD-50A13666AA43}" type="pres">
      <dgm:prSet presAssocID="{B6EDC60E-06F8-409F-8253-5BA6DFF3A47C}" presName="root2" presStyleCnt="0"/>
      <dgm:spPr/>
    </dgm:pt>
    <dgm:pt modelId="{1DE682A1-7FDE-4A72-A64D-C796773943FD}" type="pres">
      <dgm:prSet presAssocID="{B6EDC60E-06F8-409F-8253-5BA6DFF3A47C}" presName="LevelTwoTextNode" presStyleLbl="node4" presStyleIdx="1" presStyleCnt="20">
        <dgm:presLayoutVars>
          <dgm:chPref val="3"/>
        </dgm:presLayoutVars>
      </dgm:prSet>
      <dgm:spPr/>
    </dgm:pt>
    <dgm:pt modelId="{FA714311-85F2-4C72-AEE8-94B9F1E33E50}" type="pres">
      <dgm:prSet presAssocID="{B6EDC60E-06F8-409F-8253-5BA6DFF3A47C}" presName="level3hierChild" presStyleCnt="0"/>
      <dgm:spPr/>
    </dgm:pt>
    <dgm:pt modelId="{8D32BC53-CFDD-4548-807B-718C0D766F79}" type="pres">
      <dgm:prSet presAssocID="{B7A739D5-0938-4846-8FCD-755A0B3574C2}" presName="conn2-1" presStyleLbl="parChTrans1D4" presStyleIdx="2" presStyleCnt="20"/>
      <dgm:spPr/>
    </dgm:pt>
    <dgm:pt modelId="{DFDAAFC1-E432-422C-8237-C4FCD2F0F5A2}" type="pres">
      <dgm:prSet presAssocID="{B7A739D5-0938-4846-8FCD-755A0B3574C2}" presName="connTx" presStyleLbl="parChTrans1D4" presStyleIdx="2" presStyleCnt="20"/>
      <dgm:spPr/>
    </dgm:pt>
    <dgm:pt modelId="{7CD6411B-2FC6-4083-807D-9FC487182710}" type="pres">
      <dgm:prSet presAssocID="{AAF9FA1C-1595-4F96-BF85-D8B49F350D80}" presName="root2" presStyleCnt="0"/>
      <dgm:spPr/>
    </dgm:pt>
    <dgm:pt modelId="{A005F396-7B8B-4CF7-8B31-4668F30C80FC}" type="pres">
      <dgm:prSet presAssocID="{AAF9FA1C-1595-4F96-BF85-D8B49F350D80}" presName="LevelTwoTextNode" presStyleLbl="node4" presStyleIdx="2" presStyleCnt="20">
        <dgm:presLayoutVars>
          <dgm:chPref val="3"/>
        </dgm:presLayoutVars>
      </dgm:prSet>
      <dgm:spPr/>
    </dgm:pt>
    <dgm:pt modelId="{52AEBEFF-9A0B-47B2-B793-ECEF3FED5EB0}" type="pres">
      <dgm:prSet presAssocID="{AAF9FA1C-1595-4F96-BF85-D8B49F350D80}" presName="level3hierChild" presStyleCnt="0"/>
      <dgm:spPr/>
    </dgm:pt>
    <dgm:pt modelId="{FF15DE8A-108B-4103-9435-160E8C0CAFF1}" type="pres">
      <dgm:prSet presAssocID="{C1DBF1FC-E0F5-4B89-A5C5-D127E974C7CA}" presName="conn2-1" presStyleLbl="parChTrans1D3" presStyleIdx="1" presStyleCnt="7"/>
      <dgm:spPr/>
    </dgm:pt>
    <dgm:pt modelId="{4C7D5F92-7EA8-4F84-B93B-D8627A2AF719}" type="pres">
      <dgm:prSet presAssocID="{C1DBF1FC-E0F5-4B89-A5C5-D127E974C7CA}" presName="connTx" presStyleLbl="parChTrans1D3" presStyleIdx="1" presStyleCnt="7"/>
      <dgm:spPr/>
    </dgm:pt>
    <dgm:pt modelId="{A6884029-8655-4894-95D7-353410DEED57}" type="pres">
      <dgm:prSet presAssocID="{253D976C-EA57-47A4-A2D5-5429C84DBED0}" presName="root2" presStyleCnt="0"/>
      <dgm:spPr/>
    </dgm:pt>
    <dgm:pt modelId="{0EF51B77-EE98-430C-991B-79212E4A1CCE}" type="pres">
      <dgm:prSet presAssocID="{253D976C-EA57-47A4-A2D5-5429C84DBED0}" presName="LevelTwoTextNode" presStyleLbl="node3" presStyleIdx="1" presStyleCnt="7">
        <dgm:presLayoutVars>
          <dgm:chPref val="3"/>
        </dgm:presLayoutVars>
      </dgm:prSet>
      <dgm:spPr/>
    </dgm:pt>
    <dgm:pt modelId="{A64F3001-38A5-4917-B9CD-5CEA5F60223C}" type="pres">
      <dgm:prSet presAssocID="{253D976C-EA57-47A4-A2D5-5429C84DBED0}" presName="level3hierChild" presStyleCnt="0"/>
      <dgm:spPr/>
    </dgm:pt>
    <dgm:pt modelId="{ADE0A638-4FC9-4570-8B33-6A63AE304556}" type="pres">
      <dgm:prSet presAssocID="{656CE88D-6FCC-43D4-A78F-EEA37E587531}" presName="conn2-1" presStyleLbl="parChTrans1D4" presStyleIdx="3" presStyleCnt="20"/>
      <dgm:spPr/>
    </dgm:pt>
    <dgm:pt modelId="{2F85D43F-6029-473B-965C-B84FED544B76}" type="pres">
      <dgm:prSet presAssocID="{656CE88D-6FCC-43D4-A78F-EEA37E587531}" presName="connTx" presStyleLbl="parChTrans1D4" presStyleIdx="3" presStyleCnt="20"/>
      <dgm:spPr/>
    </dgm:pt>
    <dgm:pt modelId="{5E34E727-C05B-4EF2-BD71-A677C0AFD68D}" type="pres">
      <dgm:prSet presAssocID="{16308E29-D354-4C79-8B24-EB33F9A8B119}" presName="root2" presStyleCnt="0"/>
      <dgm:spPr/>
    </dgm:pt>
    <dgm:pt modelId="{23D3FD7A-DB03-4F4A-B3C2-7D9EFD153636}" type="pres">
      <dgm:prSet presAssocID="{16308E29-D354-4C79-8B24-EB33F9A8B119}" presName="LevelTwoTextNode" presStyleLbl="node4" presStyleIdx="3" presStyleCnt="20">
        <dgm:presLayoutVars>
          <dgm:chPref val="3"/>
        </dgm:presLayoutVars>
      </dgm:prSet>
      <dgm:spPr/>
    </dgm:pt>
    <dgm:pt modelId="{36416E39-9A79-4242-A3EE-2D5C36105D00}" type="pres">
      <dgm:prSet presAssocID="{16308E29-D354-4C79-8B24-EB33F9A8B119}" presName="level3hierChild" presStyleCnt="0"/>
      <dgm:spPr/>
    </dgm:pt>
    <dgm:pt modelId="{08387D62-7C8D-49D8-976E-5788F30D77B9}" type="pres">
      <dgm:prSet presAssocID="{D8B93B03-F9AD-4E2F-8E28-076C9250F71C}" presName="conn2-1" presStyleLbl="parChTrans1D4" presStyleIdx="4" presStyleCnt="20"/>
      <dgm:spPr/>
    </dgm:pt>
    <dgm:pt modelId="{AA2CE279-3B8C-449C-A559-C6F3B41D8B30}" type="pres">
      <dgm:prSet presAssocID="{D8B93B03-F9AD-4E2F-8E28-076C9250F71C}" presName="connTx" presStyleLbl="parChTrans1D4" presStyleIdx="4" presStyleCnt="20"/>
      <dgm:spPr/>
    </dgm:pt>
    <dgm:pt modelId="{B7B73640-D800-45AE-AF81-219953D2192B}" type="pres">
      <dgm:prSet presAssocID="{DF5C7FA3-8035-4853-9CB7-098226BB5C61}" presName="root2" presStyleCnt="0"/>
      <dgm:spPr/>
    </dgm:pt>
    <dgm:pt modelId="{A92EDDF5-BA3E-488A-8AA2-AB2C7D1F90CA}" type="pres">
      <dgm:prSet presAssocID="{DF5C7FA3-8035-4853-9CB7-098226BB5C61}" presName="LevelTwoTextNode" presStyleLbl="node4" presStyleIdx="4" presStyleCnt="20">
        <dgm:presLayoutVars>
          <dgm:chPref val="3"/>
        </dgm:presLayoutVars>
      </dgm:prSet>
      <dgm:spPr/>
    </dgm:pt>
    <dgm:pt modelId="{5FCC8934-A193-4B67-ABA5-E47A30683059}" type="pres">
      <dgm:prSet presAssocID="{DF5C7FA3-8035-4853-9CB7-098226BB5C61}" presName="level3hierChild" presStyleCnt="0"/>
      <dgm:spPr/>
    </dgm:pt>
    <dgm:pt modelId="{4721D9F9-513F-4A68-AD5E-1115171211DA}" type="pres">
      <dgm:prSet presAssocID="{6B833BDC-3455-479D-AA81-6CFADD48A9C6}" presName="conn2-1" presStyleLbl="parChTrans1D4" presStyleIdx="5" presStyleCnt="20"/>
      <dgm:spPr/>
    </dgm:pt>
    <dgm:pt modelId="{8C641DC5-D378-4142-B697-81C5E3E7ADD7}" type="pres">
      <dgm:prSet presAssocID="{6B833BDC-3455-479D-AA81-6CFADD48A9C6}" presName="connTx" presStyleLbl="parChTrans1D4" presStyleIdx="5" presStyleCnt="20"/>
      <dgm:spPr/>
    </dgm:pt>
    <dgm:pt modelId="{9204462F-5D3D-4FF2-98E4-2FAF6B6AF5D9}" type="pres">
      <dgm:prSet presAssocID="{931E618E-D65C-4F49-9FE8-99CD120B9729}" presName="root2" presStyleCnt="0"/>
      <dgm:spPr/>
    </dgm:pt>
    <dgm:pt modelId="{CD3B3740-C4F0-416E-B5D8-3F517E49DB03}" type="pres">
      <dgm:prSet presAssocID="{931E618E-D65C-4F49-9FE8-99CD120B9729}" presName="LevelTwoTextNode" presStyleLbl="node4" presStyleIdx="5" presStyleCnt="20">
        <dgm:presLayoutVars>
          <dgm:chPref val="3"/>
        </dgm:presLayoutVars>
      </dgm:prSet>
      <dgm:spPr/>
    </dgm:pt>
    <dgm:pt modelId="{485839C6-0788-4C1B-B2BC-570B25954C90}" type="pres">
      <dgm:prSet presAssocID="{931E618E-D65C-4F49-9FE8-99CD120B9729}" presName="level3hierChild" presStyleCnt="0"/>
      <dgm:spPr/>
    </dgm:pt>
    <dgm:pt modelId="{6A7C1F62-9D61-4C05-AFF6-CFC595A786C3}" type="pres">
      <dgm:prSet presAssocID="{673601DF-EEC5-4FCC-AA3E-002CA101BC3A}" presName="conn2-1" presStyleLbl="parChTrans1D2" presStyleIdx="1" presStyleCnt="4"/>
      <dgm:spPr/>
    </dgm:pt>
    <dgm:pt modelId="{EDBF02E4-AF3B-4434-AE2F-85F0E5FDFC2B}" type="pres">
      <dgm:prSet presAssocID="{673601DF-EEC5-4FCC-AA3E-002CA101BC3A}" presName="connTx" presStyleLbl="parChTrans1D2" presStyleIdx="1" presStyleCnt="4"/>
      <dgm:spPr/>
    </dgm:pt>
    <dgm:pt modelId="{AB62A815-EB43-4D6B-9B55-784F7F6B5989}" type="pres">
      <dgm:prSet presAssocID="{67A24FA5-9643-497D-82A1-59B885260765}" presName="root2" presStyleCnt="0"/>
      <dgm:spPr/>
    </dgm:pt>
    <dgm:pt modelId="{0B7BDC0B-E055-47F3-89B0-37F4B8321BC1}" type="pres">
      <dgm:prSet presAssocID="{67A24FA5-9643-497D-82A1-59B885260765}" presName="LevelTwoTextNode" presStyleLbl="node2" presStyleIdx="1" presStyleCnt="4">
        <dgm:presLayoutVars>
          <dgm:chPref val="3"/>
        </dgm:presLayoutVars>
      </dgm:prSet>
      <dgm:spPr/>
    </dgm:pt>
    <dgm:pt modelId="{F9374A88-9AF6-4100-B269-21E86291FD8D}" type="pres">
      <dgm:prSet presAssocID="{67A24FA5-9643-497D-82A1-59B885260765}" presName="level3hierChild" presStyleCnt="0"/>
      <dgm:spPr/>
    </dgm:pt>
    <dgm:pt modelId="{AF34CABA-DBD3-4C6C-A682-F072342E3B32}" type="pres">
      <dgm:prSet presAssocID="{349D1DC0-27C0-4004-9306-A592515612AB}" presName="conn2-1" presStyleLbl="parChTrans1D3" presStyleIdx="2" presStyleCnt="7"/>
      <dgm:spPr/>
    </dgm:pt>
    <dgm:pt modelId="{AF5C4419-0C14-406D-947E-D19BC51119A3}" type="pres">
      <dgm:prSet presAssocID="{349D1DC0-27C0-4004-9306-A592515612AB}" presName="connTx" presStyleLbl="parChTrans1D3" presStyleIdx="2" presStyleCnt="7"/>
      <dgm:spPr/>
    </dgm:pt>
    <dgm:pt modelId="{456DF257-C37D-4721-BFB8-4712E6642579}" type="pres">
      <dgm:prSet presAssocID="{1F9FFC61-EA2F-4F7C-A014-EDCBEAB2B72D}" presName="root2" presStyleCnt="0"/>
      <dgm:spPr/>
    </dgm:pt>
    <dgm:pt modelId="{2363E6D0-E434-4ED4-A326-552EE14A286A}" type="pres">
      <dgm:prSet presAssocID="{1F9FFC61-EA2F-4F7C-A014-EDCBEAB2B72D}" presName="LevelTwoTextNode" presStyleLbl="node3" presStyleIdx="2" presStyleCnt="7">
        <dgm:presLayoutVars>
          <dgm:chPref val="3"/>
        </dgm:presLayoutVars>
      </dgm:prSet>
      <dgm:spPr/>
    </dgm:pt>
    <dgm:pt modelId="{0215E988-DAC1-4213-B5B8-5B7296C1F5D8}" type="pres">
      <dgm:prSet presAssocID="{1F9FFC61-EA2F-4F7C-A014-EDCBEAB2B72D}" presName="level3hierChild" presStyleCnt="0"/>
      <dgm:spPr/>
    </dgm:pt>
    <dgm:pt modelId="{DCB3CBD2-5C34-4782-B82B-EE9A56E82514}" type="pres">
      <dgm:prSet presAssocID="{A8A24511-202F-46D3-93E7-416C0A6463C5}" presName="conn2-1" presStyleLbl="parChTrans1D4" presStyleIdx="6" presStyleCnt="20"/>
      <dgm:spPr/>
    </dgm:pt>
    <dgm:pt modelId="{60E8C9CC-7436-4102-A819-5F4FDCDF4521}" type="pres">
      <dgm:prSet presAssocID="{A8A24511-202F-46D3-93E7-416C0A6463C5}" presName="connTx" presStyleLbl="parChTrans1D4" presStyleIdx="6" presStyleCnt="20"/>
      <dgm:spPr/>
    </dgm:pt>
    <dgm:pt modelId="{C617F3B0-6149-4974-8B03-1DF1EE655D2D}" type="pres">
      <dgm:prSet presAssocID="{06CFB712-A535-4F5D-967B-A1A792DABEB9}" presName="root2" presStyleCnt="0"/>
      <dgm:spPr/>
    </dgm:pt>
    <dgm:pt modelId="{E7313820-7B36-4F3F-9204-D3C2897F16EF}" type="pres">
      <dgm:prSet presAssocID="{06CFB712-A535-4F5D-967B-A1A792DABEB9}" presName="LevelTwoTextNode" presStyleLbl="node4" presStyleIdx="6" presStyleCnt="20">
        <dgm:presLayoutVars>
          <dgm:chPref val="3"/>
        </dgm:presLayoutVars>
      </dgm:prSet>
      <dgm:spPr/>
    </dgm:pt>
    <dgm:pt modelId="{8C92A88B-6B5E-49D6-A7FD-0297FB145345}" type="pres">
      <dgm:prSet presAssocID="{06CFB712-A535-4F5D-967B-A1A792DABEB9}" presName="level3hierChild" presStyleCnt="0"/>
      <dgm:spPr/>
    </dgm:pt>
    <dgm:pt modelId="{EE09D64E-1C30-4F64-A1AA-68248F7C3361}" type="pres">
      <dgm:prSet presAssocID="{EA93E40B-2AC6-40AE-B023-245E89535327}" presName="conn2-1" presStyleLbl="parChTrans1D4" presStyleIdx="7" presStyleCnt="20"/>
      <dgm:spPr/>
    </dgm:pt>
    <dgm:pt modelId="{82ED734C-1548-4D81-92B2-24B59ECACC38}" type="pres">
      <dgm:prSet presAssocID="{EA93E40B-2AC6-40AE-B023-245E89535327}" presName="connTx" presStyleLbl="parChTrans1D4" presStyleIdx="7" presStyleCnt="20"/>
      <dgm:spPr/>
    </dgm:pt>
    <dgm:pt modelId="{0890FB44-ECEB-4DEB-99D7-C4325280D9F9}" type="pres">
      <dgm:prSet presAssocID="{17A2C08C-6275-4149-8F67-54D4FCE0FC51}" presName="root2" presStyleCnt="0"/>
      <dgm:spPr/>
    </dgm:pt>
    <dgm:pt modelId="{18D83C79-0051-4EF7-B906-67D2312607C0}" type="pres">
      <dgm:prSet presAssocID="{17A2C08C-6275-4149-8F67-54D4FCE0FC51}" presName="LevelTwoTextNode" presStyleLbl="node4" presStyleIdx="7" presStyleCnt="20">
        <dgm:presLayoutVars>
          <dgm:chPref val="3"/>
        </dgm:presLayoutVars>
      </dgm:prSet>
      <dgm:spPr/>
    </dgm:pt>
    <dgm:pt modelId="{8602BFA4-03C7-4F32-81CB-144CA08CE927}" type="pres">
      <dgm:prSet presAssocID="{17A2C08C-6275-4149-8F67-54D4FCE0FC51}" presName="level3hierChild" presStyleCnt="0"/>
      <dgm:spPr/>
    </dgm:pt>
    <dgm:pt modelId="{1654903A-E208-457A-A1CC-CBEDDD94329E}" type="pres">
      <dgm:prSet presAssocID="{CF1BE021-8211-4F25-8565-032F6404A414}" presName="conn2-1" presStyleLbl="parChTrans1D4" presStyleIdx="8" presStyleCnt="20"/>
      <dgm:spPr/>
    </dgm:pt>
    <dgm:pt modelId="{F75AD965-0905-463E-B6B0-1E446882514F}" type="pres">
      <dgm:prSet presAssocID="{CF1BE021-8211-4F25-8565-032F6404A414}" presName="connTx" presStyleLbl="parChTrans1D4" presStyleIdx="8" presStyleCnt="20"/>
      <dgm:spPr/>
    </dgm:pt>
    <dgm:pt modelId="{81648F17-2477-4CA9-ABA6-88ECE4A0A4DE}" type="pres">
      <dgm:prSet presAssocID="{7D8B2F07-59E3-428F-A7B8-14508826D23E}" presName="root2" presStyleCnt="0"/>
      <dgm:spPr/>
    </dgm:pt>
    <dgm:pt modelId="{B6ABF92F-2943-4BE6-89EB-5FE693DC86C9}" type="pres">
      <dgm:prSet presAssocID="{7D8B2F07-59E3-428F-A7B8-14508826D23E}" presName="LevelTwoTextNode" presStyleLbl="node4" presStyleIdx="8" presStyleCnt="20">
        <dgm:presLayoutVars>
          <dgm:chPref val="3"/>
        </dgm:presLayoutVars>
      </dgm:prSet>
      <dgm:spPr/>
    </dgm:pt>
    <dgm:pt modelId="{E07FD3D4-D245-482C-BFD4-6F79247F86ED}" type="pres">
      <dgm:prSet presAssocID="{7D8B2F07-59E3-428F-A7B8-14508826D23E}" presName="level3hierChild" presStyleCnt="0"/>
      <dgm:spPr/>
    </dgm:pt>
    <dgm:pt modelId="{6960745D-99E7-43C8-9A5A-C6C0FB97A1C6}" type="pres">
      <dgm:prSet presAssocID="{B06DFDAB-8B6C-405A-BCA2-3F3FA9D7DAF0}" presName="conn2-1" presStyleLbl="parChTrans1D3" presStyleIdx="3" presStyleCnt="7"/>
      <dgm:spPr/>
    </dgm:pt>
    <dgm:pt modelId="{77107446-3B04-4B8A-9EF8-40E6D48F8905}" type="pres">
      <dgm:prSet presAssocID="{B06DFDAB-8B6C-405A-BCA2-3F3FA9D7DAF0}" presName="connTx" presStyleLbl="parChTrans1D3" presStyleIdx="3" presStyleCnt="7"/>
      <dgm:spPr/>
    </dgm:pt>
    <dgm:pt modelId="{AF65601C-28DF-4E2E-B254-73AA569757C6}" type="pres">
      <dgm:prSet presAssocID="{0DD5C24F-A561-4589-AE60-D0D34DEFF82D}" presName="root2" presStyleCnt="0"/>
      <dgm:spPr/>
    </dgm:pt>
    <dgm:pt modelId="{8ED392CA-FCFF-4690-828B-BE3B933F3C00}" type="pres">
      <dgm:prSet presAssocID="{0DD5C24F-A561-4589-AE60-D0D34DEFF82D}" presName="LevelTwoTextNode" presStyleLbl="node3" presStyleIdx="3" presStyleCnt="7">
        <dgm:presLayoutVars>
          <dgm:chPref val="3"/>
        </dgm:presLayoutVars>
      </dgm:prSet>
      <dgm:spPr/>
    </dgm:pt>
    <dgm:pt modelId="{7DA86A27-F88B-4785-94D3-BC8C190EFBCC}" type="pres">
      <dgm:prSet presAssocID="{0DD5C24F-A561-4589-AE60-D0D34DEFF82D}" presName="level3hierChild" presStyleCnt="0"/>
      <dgm:spPr/>
    </dgm:pt>
    <dgm:pt modelId="{9CE9722A-5397-4C5F-ADDA-1701C1478832}" type="pres">
      <dgm:prSet presAssocID="{5DB4A3E5-0A1E-4732-8225-313DBE3B1971}" presName="conn2-1" presStyleLbl="parChTrans1D4" presStyleIdx="9" presStyleCnt="20"/>
      <dgm:spPr/>
    </dgm:pt>
    <dgm:pt modelId="{861EBBB0-4C0C-4D6D-819B-C3B1993B0363}" type="pres">
      <dgm:prSet presAssocID="{5DB4A3E5-0A1E-4732-8225-313DBE3B1971}" presName="connTx" presStyleLbl="parChTrans1D4" presStyleIdx="9" presStyleCnt="20"/>
      <dgm:spPr/>
    </dgm:pt>
    <dgm:pt modelId="{F48EA1D0-342B-4FEA-9998-C51DF684CD68}" type="pres">
      <dgm:prSet presAssocID="{B0C0AF97-85CC-47ED-830E-B32AB0376C50}" presName="root2" presStyleCnt="0"/>
      <dgm:spPr/>
    </dgm:pt>
    <dgm:pt modelId="{6B184564-8849-4530-AE42-288ACB0F07DF}" type="pres">
      <dgm:prSet presAssocID="{B0C0AF97-85CC-47ED-830E-B32AB0376C50}" presName="LevelTwoTextNode" presStyleLbl="node4" presStyleIdx="9" presStyleCnt="20">
        <dgm:presLayoutVars>
          <dgm:chPref val="3"/>
        </dgm:presLayoutVars>
      </dgm:prSet>
      <dgm:spPr/>
    </dgm:pt>
    <dgm:pt modelId="{0014C7E6-8A05-4895-A813-5EE915CF2E57}" type="pres">
      <dgm:prSet presAssocID="{B0C0AF97-85CC-47ED-830E-B32AB0376C50}" presName="level3hierChild" presStyleCnt="0"/>
      <dgm:spPr/>
    </dgm:pt>
    <dgm:pt modelId="{32FA6E10-3DA6-499F-90E1-595A30B31694}" type="pres">
      <dgm:prSet presAssocID="{BED54D11-BD2B-4F4B-844D-4B4A32153309}" presName="conn2-1" presStyleLbl="parChTrans1D4" presStyleIdx="10" presStyleCnt="20"/>
      <dgm:spPr/>
    </dgm:pt>
    <dgm:pt modelId="{6C3BA86C-D5E4-436E-8767-E686C73FAFEA}" type="pres">
      <dgm:prSet presAssocID="{BED54D11-BD2B-4F4B-844D-4B4A32153309}" presName="connTx" presStyleLbl="parChTrans1D4" presStyleIdx="10" presStyleCnt="20"/>
      <dgm:spPr/>
    </dgm:pt>
    <dgm:pt modelId="{7C8B4E72-8CC9-4E33-8A35-90A856BF9642}" type="pres">
      <dgm:prSet presAssocID="{37260AAB-7A12-4707-8523-84ED41C1069E}" presName="root2" presStyleCnt="0"/>
      <dgm:spPr/>
    </dgm:pt>
    <dgm:pt modelId="{67923EC5-1A82-4636-8192-8BC34D8AC961}" type="pres">
      <dgm:prSet presAssocID="{37260AAB-7A12-4707-8523-84ED41C1069E}" presName="LevelTwoTextNode" presStyleLbl="node4" presStyleIdx="10" presStyleCnt="20">
        <dgm:presLayoutVars>
          <dgm:chPref val="3"/>
        </dgm:presLayoutVars>
      </dgm:prSet>
      <dgm:spPr/>
    </dgm:pt>
    <dgm:pt modelId="{DA5CF194-037C-4329-A041-0750DEE1740F}" type="pres">
      <dgm:prSet presAssocID="{37260AAB-7A12-4707-8523-84ED41C1069E}" presName="level3hierChild" presStyleCnt="0"/>
      <dgm:spPr/>
    </dgm:pt>
    <dgm:pt modelId="{3BA1D1FC-447D-4589-83CE-0D007000D8EC}" type="pres">
      <dgm:prSet presAssocID="{60A71DB1-C755-4525-8432-D812E866C576}" presName="conn2-1" presStyleLbl="parChTrans1D4" presStyleIdx="11" presStyleCnt="20"/>
      <dgm:spPr/>
    </dgm:pt>
    <dgm:pt modelId="{B5F06659-B423-4D73-BFB2-6F3720C39A3D}" type="pres">
      <dgm:prSet presAssocID="{60A71DB1-C755-4525-8432-D812E866C576}" presName="connTx" presStyleLbl="parChTrans1D4" presStyleIdx="11" presStyleCnt="20"/>
      <dgm:spPr/>
    </dgm:pt>
    <dgm:pt modelId="{C81C521E-8D56-49BB-A836-2F4C4C553FB9}" type="pres">
      <dgm:prSet presAssocID="{530D188C-DB48-4021-BE63-FBC308BBE982}" presName="root2" presStyleCnt="0"/>
      <dgm:spPr/>
    </dgm:pt>
    <dgm:pt modelId="{CC3D4702-9C3C-498C-AEC8-F6F7882F24D1}" type="pres">
      <dgm:prSet presAssocID="{530D188C-DB48-4021-BE63-FBC308BBE982}" presName="LevelTwoTextNode" presStyleLbl="node4" presStyleIdx="11" presStyleCnt="20">
        <dgm:presLayoutVars>
          <dgm:chPref val="3"/>
        </dgm:presLayoutVars>
      </dgm:prSet>
      <dgm:spPr/>
    </dgm:pt>
    <dgm:pt modelId="{87BCD46E-8D59-4D97-945B-97972BC1BE02}" type="pres">
      <dgm:prSet presAssocID="{530D188C-DB48-4021-BE63-FBC308BBE982}" presName="level3hierChild" presStyleCnt="0"/>
      <dgm:spPr/>
    </dgm:pt>
    <dgm:pt modelId="{B81AEA4D-F842-42F5-ACA6-3B2DF0708E43}" type="pres">
      <dgm:prSet presAssocID="{A1B54B2A-1C4F-4CBD-B0B3-3B348873F5AB}" presName="conn2-1" presStyleLbl="parChTrans1D2" presStyleIdx="2" presStyleCnt="4"/>
      <dgm:spPr/>
    </dgm:pt>
    <dgm:pt modelId="{4A650662-F8E2-4A64-A070-927CE355ED0E}" type="pres">
      <dgm:prSet presAssocID="{A1B54B2A-1C4F-4CBD-B0B3-3B348873F5AB}" presName="connTx" presStyleLbl="parChTrans1D2" presStyleIdx="2" presStyleCnt="4"/>
      <dgm:spPr/>
    </dgm:pt>
    <dgm:pt modelId="{5E85BD99-11FB-4120-87F6-B3F614C7B9C5}" type="pres">
      <dgm:prSet presAssocID="{3B795911-2CFC-45BF-A838-3EDBC3F17F5A}" presName="root2" presStyleCnt="0"/>
      <dgm:spPr/>
    </dgm:pt>
    <dgm:pt modelId="{6757B67B-C447-46B1-987F-3B53876B5F5E}" type="pres">
      <dgm:prSet presAssocID="{3B795911-2CFC-45BF-A838-3EDBC3F17F5A}" presName="LevelTwoTextNode" presStyleLbl="node2" presStyleIdx="2" presStyleCnt="4">
        <dgm:presLayoutVars>
          <dgm:chPref val="3"/>
        </dgm:presLayoutVars>
      </dgm:prSet>
      <dgm:spPr/>
    </dgm:pt>
    <dgm:pt modelId="{02927668-54A2-474F-AEC6-62289B4868DB}" type="pres">
      <dgm:prSet presAssocID="{3B795911-2CFC-45BF-A838-3EDBC3F17F5A}" presName="level3hierChild" presStyleCnt="0"/>
      <dgm:spPr/>
    </dgm:pt>
    <dgm:pt modelId="{A45268D2-F764-40E2-B422-F53E4070FB34}" type="pres">
      <dgm:prSet presAssocID="{2AE53708-4FA3-4F1F-915B-307602D56ACF}" presName="conn2-1" presStyleLbl="parChTrans1D3" presStyleIdx="4" presStyleCnt="7"/>
      <dgm:spPr/>
    </dgm:pt>
    <dgm:pt modelId="{9F16E0CD-F2B5-46DC-8AB3-EF09A1CAEC13}" type="pres">
      <dgm:prSet presAssocID="{2AE53708-4FA3-4F1F-915B-307602D56ACF}" presName="connTx" presStyleLbl="parChTrans1D3" presStyleIdx="4" presStyleCnt="7"/>
      <dgm:spPr/>
    </dgm:pt>
    <dgm:pt modelId="{8329514A-0257-46CA-ACB2-00D9E2F168F1}" type="pres">
      <dgm:prSet presAssocID="{01F42DDD-0D3F-4B21-A1FB-26AFD590FF92}" presName="root2" presStyleCnt="0"/>
      <dgm:spPr/>
    </dgm:pt>
    <dgm:pt modelId="{9ABF3F1D-5066-4C90-ACBE-8307823FA345}" type="pres">
      <dgm:prSet presAssocID="{01F42DDD-0D3F-4B21-A1FB-26AFD590FF92}" presName="LevelTwoTextNode" presStyleLbl="node3" presStyleIdx="4" presStyleCnt="7">
        <dgm:presLayoutVars>
          <dgm:chPref val="3"/>
        </dgm:presLayoutVars>
      </dgm:prSet>
      <dgm:spPr/>
    </dgm:pt>
    <dgm:pt modelId="{5AFD1A87-5F44-4761-AC44-4978E46D536B}" type="pres">
      <dgm:prSet presAssocID="{01F42DDD-0D3F-4B21-A1FB-26AFD590FF92}" presName="level3hierChild" presStyleCnt="0"/>
      <dgm:spPr/>
    </dgm:pt>
    <dgm:pt modelId="{FCC85448-7F1E-4BD8-BAC4-9F071FBF890B}" type="pres">
      <dgm:prSet presAssocID="{19510265-5319-4EE6-91F3-63E8E5014E26}" presName="conn2-1" presStyleLbl="parChTrans1D4" presStyleIdx="12" presStyleCnt="20"/>
      <dgm:spPr/>
    </dgm:pt>
    <dgm:pt modelId="{5570BDA1-789F-47FB-9DF7-16BAAE2382F4}" type="pres">
      <dgm:prSet presAssocID="{19510265-5319-4EE6-91F3-63E8E5014E26}" presName="connTx" presStyleLbl="parChTrans1D4" presStyleIdx="12" presStyleCnt="20"/>
      <dgm:spPr/>
    </dgm:pt>
    <dgm:pt modelId="{229B3E9B-9F20-4F02-AB6A-4C722DCE75BE}" type="pres">
      <dgm:prSet presAssocID="{7C9089CE-B2A1-4034-B096-B1719683D55E}" presName="root2" presStyleCnt="0"/>
      <dgm:spPr/>
    </dgm:pt>
    <dgm:pt modelId="{C24096E2-79B3-4B82-98F7-7ADAA55AD4C0}" type="pres">
      <dgm:prSet presAssocID="{7C9089CE-B2A1-4034-B096-B1719683D55E}" presName="LevelTwoTextNode" presStyleLbl="node4" presStyleIdx="12" presStyleCnt="20">
        <dgm:presLayoutVars>
          <dgm:chPref val="3"/>
        </dgm:presLayoutVars>
      </dgm:prSet>
      <dgm:spPr/>
    </dgm:pt>
    <dgm:pt modelId="{D2A5D086-D498-42C4-A449-357B26DB46C5}" type="pres">
      <dgm:prSet presAssocID="{7C9089CE-B2A1-4034-B096-B1719683D55E}" presName="level3hierChild" presStyleCnt="0"/>
      <dgm:spPr/>
    </dgm:pt>
    <dgm:pt modelId="{653AA061-F4D5-4CAE-A483-83539DC88983}" type="pres">
      <dgm:prSet presAssocID="{D573432A-2B17-4C95-B59D-6A959E1DB7F2}" presName="conn2-1" presStyleLbl="parChTrans1D4" presStyleIdx="13" presStyleCnt="20"/>
      <dgm:spPr/>
    </dgm:pt>
    <dgm:pt modelId="{ADD263BA-CF78-475F-B613-222A97DFE151}" type="pres">
      <dgm:prSet presAssocID="{D573432A-2B17-4C95-B59D-6A959E1DB7F2}" presName="connTx" presStyleLbl="parChTrans1D4" presStyleIdx="13" presStyleCnt="20"/>
      <dgm:spPr/>
    </dgm:pt>
    <dgm:pt modelId="{A42AC89F-992B-4D9B-BE48-E0D5878DE4FA}" type="pres">
      <dgm:prSet presAssocID="{46940C06-2785-4911-8E7E-1D27E676DF91}" presName="root2" presStyleCnt="0"/>
      <dgm:spPr/>
    </dgm:pt>
    <dgm:pt modelId="{305C50A6-4154-4CD6-A44C-FB2BE6438478}" type="pres">
      <dgm:prSet presAssocID="{46940C06-2785-4911-8E7E-1D27E676DF91}" presName="LevelTwoTextNode" presStyleLbl="node4" presStyleIdx="13" presStyleCnt="20">
        <dgm:presLayoutVars>
          <dgm:chPref val="3"/>
        </dgm:presLayoutVars>
      </dgm:prSet>
      <dgm:spPr/>
    </dgm:pt>
    <dgm:pt modelId="{3A827DBF-8B02-4A9B-A65A-894EC6AA72D6}" type="pres">
      <dgm:prSet presAssocID="{46940C06-2785-4911-8E7E-1D27E676DF91}" presName="level3hierChild" presStyleCnt="0"/>
      <dgm:spPr/>
    </dgm:pt>
    <dgm:pt modelId="{B0419EB2-F1F3-4FCB-8EA2-11AA6C3F2CD2}" type="pres">
      <dgm:prSet presAssocID="{EDFA501B-D66E-4832-89B5-0B5125B754CF}" presName="conn2-1" presStyleLbl="parChTrans1D4" presStyleIdx="14" presStyleCnt="20"/>
      <dgm:spPr/>
    </dgm:pt>
    <dgm:pt modelId="{6B594819-E909-4927-8BEF-B1D09B8538E1}" type="pres">
      <dgm:prSet presAssocID="{EDFA501B-D66E-4832-89B5-0B5125B754CF}" presName="connTx" presStyleLbl="parChTrans1D4" presStyleIdx="14" presStyleCnt="20"/>
      <dgm:spPr/>
    </dgm:pt>
    <dgm:pt modelId="{E5130DBB-B150-4F58-A9FC-B2BAE9CA7132}" type="pres">
      <dgm:prSet presAssocID="{4293C97B-7C22-4018-BB30-91331FFB5A89}" presName="root2" presStyleCnt="0"/>
      <dgm:spPr/>
    </dgm:pt>
    <dgm:pt modelId="{6D67B017-886E-4AD2-983B-3B85AA78CC30}" type="pres">
      <dgm:prSet presAssocID="{4293C97B-7C22-4018-BB30-91331FFB5A89}" presName="LevelTwoTextNode" presStyleLbl="node4" presStyleIdx="14" presStyleCnt="20">
        <dgm:presLayoutVars>
          <dgm:chPref val="3"/>
        </dgm:presLayoutVars>
      </dgm:prSet>
      <dgm:spPr/>
    </dgm:pt>
    <dgm:pt modelId="{B574C628-10B0-4B91-940B-7E36AEF4E04F}" type="pres">
      <dgm:prSet presAssocID="{4293C97B-7C22-4018-BB30-91331FFB5A89}" presName="level3hierChild" presStyleCnt="0"/>
      <dgm:spPr/>
    </dgm:pt>
    <dgm:pt modelId="{9E20C90B-13A2-4718-A16D-5F4481F16B46}" type="pres">
      <dgm:prSet presAssocID="{54B0A806-CA62-4650-99D5-30F8A45F88BA}" presName="conn2-1" presStyleLbl="parChTrans1D3" presStyleIdx="5" presStyleCnt="7"/>
      <dgm:spPr/>
    </dgm:pt>
    <dgm:pt modelId="{F5C58067-9160-4F8A-8138-2DA22C307321}" type="pres">
      <dgm:prSet presAssocID="{54B0A806-CA62-4650-99D5-30F8A45F88BA}" presName="connTx" presStyleLbl="parChTrans1D3" presStyleIdx="5" presStyleCnt="7"/>
      <dgm:spPr/>
    </dgm:pt>
    <dgm:pt modelId="{442E56DF-30CD-4B70-887E-7D2A69232BB5}" type="pres">
      <dgm:prSet presAssocID="{40BFD59E-2199-42BE-8890-F30080F9A5C6}" presName="root2" presStyleCnt="0"/>
      <dgm:spPr/>
    </dgm:pt>
    <dgm:pt modelId="{941E732F-424F-40E1-A648-080121FBBF88}" type="pres">
      <dgm:prSet presAssocID="{40BFD59E-2199-42BE-8890-F30080F9A5C6}" presName="LevelTwoTextNode" presStyleLbl="node3" presStyleIdx="5" presStyleCnt="7">
        <dgm:presLayoutVars>
          <dgm:chPref val="3"/>
        </dgm:presLayoutVars>
      </dgm:prSet>
      <dgm:spPr/>
    </dgm:pt>
    <dgm:pt modelId="{CB7238F1-C8D3-4A99-9C5C-58899F036CBF}" type="pres">
      <dgm:prSet presAssocID="{40BFD59E-2199-42BE-8890-F30080F9A5C6}" presName="level3hierChild" presStyleCnt="0"/>
      <dgm:spPr/>
    </dgm:pt>
    <dgm:pt modelId="{533FD6DF-2B68-4480-8BBB-4A1E13885460}" type="pres">
      <dgm:prSet presAssocID="{770FAF4A-56F5-491D-A173-9E6E403153C1}" presName="conn2-1" presStyleLbl="parChTrans1D4" presStyleIdx="15" presStyleCnt="20"/>
      <dgm:spPr/>
    </dgm:pt>
    <dgm:pt modelId="{58456B9A-00CC-49DA-8E2F-53FEB4F7E6E6}" type="pres">
      <dgm:prSet presAssocID="{770FAF4A-56F5-491D-A173-9E6E403153C1}" presName="connTx" presStyleLbl="parChTrans1D4" presStyleIdx="15" presStyleCnt="20"/>
      <dgm:spPr/>
    </dgm:pt>
    <dgm:pt modelId="{B4BE8250-A0D8-4210-9136-21C7E6CE7B30}" type="pres">
      <dgm:prSet presAssocID="{EAD36DD7-DA78-471E-AE6C-2A97D18EC62A}" presName="root2" presStyleCnt="0"/>
      <dgm:spPr/>
    </dgm:pt>
    <dgm:pt modelId="{4667FD9B-BDDC-4F89-9645-0B275A6646AB}" type="pres">
      <dgm:prSet presAssocID="{EAD36DD7-DA78-471E-AE6C-2A97D18EC62A}" presName="LevelTwoTextNode" presStyleLbl="node4" presStyleIdx="15" presStyleCnt="20">
        <dgm:presLayoutVars>
          <dgm:chPref val="3"/>
        </dgm:presLayoutVars>
      </dgm:prSet>
      <dgm:spPr/>
    </dgm:pt>
    <dgm:pt modelId="{74EBF120-E28B-492C-B35A-02B57B21A955}" type="pres">
      <dgm:prSet presAssocID="{EAD36DD7-DA78-471E-AE6C-2A97D18EC62A}" presName="level3hierChild" presStyleCnt="0"/>
      <dgm:spPr/>
    </dgm:pt>
    <dgm:pt modelId="{C8309BD7-EB03-4301-9664-B885142E1CC2}" type="pres">
      <dgm:prSet presAssocID="{9CA2A291-DA12-4DEF-9684-905E5D184871}" presName="conn2-1" presStyleLbl="parChTrans1D4" presStyleIdx="16" presStyleCnt="20"/>
      <dgm:spPr/>
    </dgm:pt>
    <dgm:pt modelId="{9D621FEE-17FF-41BD-8E29-B1D41ABEA590}" type="pres">
      <dgm:prSet presAssocID="{9CA2A291-DA12-4DEF-9684-905E5D184871}" presName="connTx" presStyleLbl="parChTrans1D4" presStyleIdx="16" presStyleCnt="20"/>
      <dgm:spPr/>
    </dgm:pt>
    <dgm:pt modelId="{3912955B-8A4B-4F76-A12E-FB7210CBBB45}" type="pres">
      <dgm:prSet presAssocID="{F4CDD647-D3A2-4ECF-98F8-89ADFFCE9757}" presName="root2" presStyleCnt="0"/>
      <dgm:spPr/>
    </dgm:pt>
    <dgm:pt modelId="{73F3BBFD-9693-440C-8184-73EF460A4804}" type="pres">
      <dgm:prSet presAssocID="{F4CDD647-D3A2-4ECF-98F8-89ADFFCE9757}" presName="LevelTwoTextNode" presStyleLbl="node4" presStyleIdx="16" presStyleCnt="20">
        <dgm:presLayoutVars>
          <dgm:chPref val="3"/>
        </dgm:presLayoutVars>
      </dgm:prSet>
      <dgm:spPr/>
    </dgm:pt>
    <dgm:pt modelId="{A64643A1-FEEE-47C8-B250-9525CB1777BE}" type="pres">
      <dgm:prSet presAssocID="{F4CDD647-D3A2-4ECF-98F8-89ADFFCE9757}" presName="level3hierChild" presStyleCnt="0"/>
      <dgm:spPr/>
    </dgm:pt>
    <dgm:pt modelId="{58239AE1-67B6-4399-8DEB-14B6025063AC}" type="pres">
      <dgm:prSet presAssocID="{A1519CCC-335A-41C4-8CB5-8ED626DA5243}" presName="conn2-1" presStyleLbl="parChTrans1D4" presStyleIdx="17" presStyleCnt="20"/>
      <dgm:spPr/>
    </dgm:pt>
    <dgm:pt modelId="{56E03FA6-D245-4B5D-ACA4-8A57C6B20011}" type="pres">
      <dgm:prSet presAssocID="{A1519CCC-335A-41C4-8CB5-8ED626DA5243}" presName="connTx" presStyleLbl="parChTrans1D4" presStyleIdx="17" presStyleCnt="20"/>
      <dgm:spPr/>
    </dgm:pt>
    <dgm:pt modelId="{58B58327-6CF5-470A-B5A4-A627B2CA87EE}" type="pres">
      <dgm:prSet presAssocID="{E8B6946E-DBB6-4230-B773-F08A97AF082A}" presName="root2" presStyleCnt="0"/>
      <dgm:spPr/>
    </dgm:pt>
    <dgm:pt modelId="{83D4B8DD-4BB1-4AD7-BE77-1572C1560D6C}" type="pres">
      <dgm:prSet presAssocID="{E8B6946E-DBB6-4230-B773-F08A97AF082A}" presName="LevelTwoTextNode" presStyleLbl="node4" presStyleIdx="17" presStyleCnt="20">
        <dgm:presLayoutVars>
          <dgm:chPref val="3"/>
        </dgm:presLayoutVars>
      </dgm:prSet>
      <dgm:spPr/>
    </dgm:pt>
    <dgm:pt modelId="{D637C2EB-BD87-434B-885D-550FDAA745F7}" type="pres">
      <dgm:prSet presAssocID="{E8B6946E-DBB6-4230-B773-F08A97AF082A}" presName="level3hierChild" presStyleCnt="0"/>
      <dgm:spPr/>
    </dgm:pt>
    <dgm:pt modelId="{E0D03E85-CA4C-4552-966B-256596A3F281}" type="pres">
      <dgm:prSet presAssocID="{5C88C124-414F-4A8F-95F9-CF1D1B8F5B9E}" presName="conn2-1" presStyleLbl="parChTrans1D2" presStyleIdx="3" presStyleCnt="4"/>
      <dgm:spPr/>
    </dgm:pt>
    <dgm:pt modelId="{BF892A13-AA7D-41BC-9C89-3B709A596845}" type="pres">
      <dgm:prSet presAssocID="{5C88C124-414F-4A8F-95F9-CF1D1B8F5B9E}" presName="connTx" presStyleLbl="parChTrans1D2" presStyleIdx="3" presStyleCnt="4"/>
      <dgm:spPr/>
    </dgm:pt>
    <dgm:pt modelId="{F8483076-72C0-4406-9DC5-77126ACC3B22}" type="pres">
      <dgm:prSet presAssocID="{779E9F43-64D9-4A28-BE69-57BFCFAF25C0}" presName="root2" presStyleCnt="0"/>
      <dgm:spPr/>
    </dgm:pt>
    <dgm:pt modelId="{72B0EFB8-EB7B-456B-B647-35EB6CFB2BF3}" type="pres">
      <dgm:prSet presAssocID="{779E9F43-64D9-4A28-BE69-57BFCFAF25C0}" presName="LevelTwoTextNode" presStyleLbl="node2" presStyleIdx="3" presStyleCnt="4">
        <dgm:presLayoutVars>
          <dgm:chPref val="3"/>
        </dgm:presLayoutVars>
      </dgm:prSet>
      <dgm:spPr/>
    </dgm:pt>
    <dgm:pt modelId="{9123CBA6-921F-4E93-89FD-E7C9447F8371}" type="pres">
      <dgm:prSet presAssocID="{779E9F43-64D9-4A28-BE69-57BFCFAF25C0}" presName="level3hierChild" presStyleCnt="0"/>
      <dgm:spPr/>
    </dgm:pt>
    <dgm:pt modelId="{5A907FA0-BA1F-4988-9257-54357C253D4C}" type="pres">
      <dgm:prSet presAssocID="{E94646BB-3E79-46BF-AE2F-CDBD8469C28A}" presName="conn2-1" presStyleLbl="parChTrans1D3" presStyleIdx="6" presStyleCnt="7"/>
      <dgm:spPr/>
    </dgm:pt>
    <dgm:pt modelId="{239270AA-3D59-4D6B-96D0-F3AE4C41E8E3}" type="pres">
      <dgm:prSet presAssocID="{E94646BB-3E79-46BF-AE2F-CDBD8469C28A}" presName="connTx" presStyleLbl="parChTrans1D3" presStyleIdx="6" presStyleCnt="7"/>
      <dgm:spPr/>
    </dgm:pt>
    <dgm:pt modelId="{FBCE32E6-4D63-42DA-95C7-F84788E61E09}" type="pres">
      <dgm:prSet presAssocID="{B0A986AD-AD65-4732-AB67-21225615AF08}" presName="root2" presStyleCnt="0"/>
      <dgm:spPr/>
    </dgm:pt>
    <dgm:pt modelId="{FA27527E-E391-4BFC-9EDF-490908A10B82}" type="pres">
      <dgm:prSet presAssocID="{B0A986AD-AD65-4732-AB67-21225615AF08}" presName="LevelTwoTextNode" presStyleLbl="node3" presStyleIdx="6" presStyleCnt="7">
        <dgm:presLayoutVars>
          <dgm:chPref val="3"/>
        </dgm:presLayoutVars>
      </dgm:prSet>
      <dgm:spPr/>
    </dgm:pt>
    <dgm:pt modelId="{A5FB883A-05D9-427F-B681-76645015B004}" type="pres">
      <dgm:prSet presAssocID="{B0A986AD-AD65-4732-AB67-21225615AF08}" presName="level3hierChild" presStyleCnt="0"/>
      <dgm:spPr/>
    </dgm:pt>
    <dgm:pt modelId="{268094A2-DEF4-48EC-B71B-079F03098A4B}" type="pres">
      <dgm:prSet presAssocID="{E189FB57-4BF7-4661-B84C-5204BFEC4774}" presName="conn2-1" presStyleLbl="parChTrans1D4" presStyleIdx="18" presStyleCnt="20"/>
      <dgm:spPr/>
    </dgm:pt>
    <dgm:pt modelId="{AD34FCAE-CEA8-4F21-9BB9-8ADE30B9A5F1}" type="pres">
      <dgm:prSet presAssocID="{E189FB57-4BF7-4661-B84C-5204BFEC4774}" presName="connTx" presStyleLbl="parChTrans1D4" presStyleIdx="18" presStyleCnt="20"/>
      <dgm:spPr/>
    </dgm:pt>
    <dgm:pt modelId="{D3DA0B83-D3D2-4043-B0CA-C15D01B53CB5}" type="pres">
      <dgm:prSet presAssocID="{72B11F47-E09E-43B3-B721-9E7786CAADD6}" presName="root2" presStyleCnt="0"/>
      <dgm:spPr/>
    </dgm:pt>
    <dgm:pt modelId="{C1F6918F-E14D-4959-95B8-45990FD1A7F5}" type="pres">
      <dgm:prSet presAssocID="{72B11F47-E09E-43B3-B721-9E7786CAADD6}" presName="LevelTwoTextNode" presStyleLbl="node4" presStyleIdx="18" presStyleCnt="20">
        <dgm:presLayoutVars>
          <dgm:chPref val="3"/>
        </dgm:presLayoutVars>
      </dgm:prSet>
      <dgm:spPr/>
    </dgm:pt>
    <dgm:pt modelId="{73B7E96E-FFBD-4455-ADCA-1B7D5D0CA308}" type="pres">
      <dgm:prSet presAssocID="{72B11F47-E09E-43B3-B721-9E7786CAADD6}" presName="level3hierChild" presStyleCnt="0"/>
      <dgm:spPr/>
    </dgm:pt>
    <dgm:pt modelId="{2387F0DA-8649-4445-8843-7EF61F18882C}" type="pres">
      <dgm:prSet presAssocID="{80DFB97F-C7F6-4FB4-B476-EA9E937D25EB}" presName="conn2-1" presStyleLbl="parChTrans1D4" presStyleIdx="19" presStyleCnt="20"/>
      <dgm:spPr/>
    </dgm:pt>
    <dgm:pt modelId="{09B70A55-C7FD-4A2E-844D-F1CBF432B889}" type="pres">
      <dgm:prSet presAssocID="{80DFB97F-C7F6-4FB4-B476-EA9E937D25EB}" presName="connTx" presStyleLbl="parChTrans1D4" presStyleIdx="19" presStyleCnt="20"/>
      <dgm:spPr/>
    </dgm:pt>
    <dgm:pt modelId="{0105BC19-E070-4326-BAA9-6A021BDE03ED}" type="pres">
      <dgm:prSet presAssocID="{4DE5D00F-9308-4DEC-8C20-16BE3961510D}" presName="root2" presStyleCnt="0"/>
      <dgm:spPr/>
    </dgm:pt>
    <dgm:pt modelId="{8462B8E9-22A9-400D-A440-DF9A6420AD96}" type="pres">
      <dgm:prSet presAssocID="{4DE5D00F-9308-4DEC-8C20-16BE3961510D}" presName="LevelTwoTextNode" presStyleLbl="node4" presStyleIdx="19" presStyleCnt="20">
        <dgm:presLayoutVars>
          <dgm:chPref val="3"/>
        </dgm:presLayoutVars>
      </dgm:prSet>
      <dgm:spPr/>
    </dgm:pt>
    <dgm:pt modelId="{539B7713-3581-493C-9DAB-820218009AE0}" type="pres">
      <dgm:prSet presAssocID="{4DE5D00F-9308-4DEC-8C20-16BE3961510D}" presName="level3hierChild" presStyleCnt="0"/>
      <dgm:spPr/>
    </dgm:pt>
  </dgm:ptLst>
  <dgm:cxnLst>
    <dgm:cxn modelId="{7EC5BE01-6A62-40AF-93F2-BF26F71FDB80}" type="presOf" srcId="{CF1BE021-8211-4F25-8565-032F6404A414}" destId="{F75AD965-0905-463E-B6B0-1E446882514F}" srcOrd="1" destOrd="0" presId="urn:microsoft.com/office/officeart/2005/8/layout/hierarchy2"/>
    <dgm:cxn modelId="{1F27D902-2BFA-4E6D-A0C0-E1DDA1AABE95}" type="presOf" srcId="{60A71DB1-C755-4525-8432-D812E866C576}" destId="{3BA1D1FC-447D-4589-83CE-0D007000D8EC}" srcOrd="0" destOrd="0" presId="urn:microsoft.com/office/officeart/2005/8/layout/hierarchy2"/>
    <dgm:cxn modelId="{1F7CA403-2FEE-4CA3-B53C-0EC6A12F6E11}" srcId="{17A2C08C-6275-4149-8F67-54D4FCE0FC51}" destId="{7D8B2F07-59E3-428F-A7B8-14508826D23E}" srcOrd="0" destOrd="0" parTransId="{CF1BE021-8211-4F25-8565-032F6404A414}" sibTransId="{B0C3A60B-919E-41E8-BB88-514627A33189}"/>
    <dgm:cxn modelId="{8AA9C303-AB8E-4FA9-81C4-F2FC901A7481}" type="presOf" srcId="{769B67E8-9AEF-4402-ABD8-043229117595}" destId="{5A06A575-3E2C-4C3C-BEBA-E9B289368B87}" srcOrd="0" destOrd="0" presId="urn:microsoft.com/office/officeart/2005/8/layout/hierarchy2"/>
    <dgm:cxn modelId="{7DF31604-5208-426F-A736-947351BC887B}" srcId="{7C9089CE-B2A1-4034-B096-B1719683D55E}" destId="{46940C06-2785-4911-8E7E-1D27E676DF91}" srcOrd="0" destOrd="0" parTransId="{D573432A-2B17-4C95-B59D-6A959E1DB7F2}" sibTransId="{C3702467-12B2-40F9-8483-9F1531B87390}"/>
    <dgm:cxn modelId="{E2F27104-5F1C-47AA-9FB1-17BA73FE203D}" type="presOf" srcId="{46940C06-2785-4911-8E7E-1D27E676DF91}" destId="{305C50A6-4154-4CD6-A44C-FB2BE6438478}" srcOrd="0" destOrd="0" presId="urn:microsoft.com/office/officeart/2005/8/layout/hierarchy2"/>
    <dgm:cxn modelId="{1148BB04-8B07-4D64-B2F7-DC7A6D923047}" type="presOf" srcId="{D573432A-2B17-4C95-B59D-6A959E1DB7F2}" destId="{ADD263BA-CF78-475F-B613-222A97DFE151}" srcOrd="1" destOrd="0" presId="urn:microsoft.com/office/officeart/2005/8/layout/hierarchy2"/>
    <dgm:cxn modelId="{48CC6E07-BD28-48C2-B70D-80745A0F8A93}" type="presOf" srcId="{B06DFDAB-8B6C-405A-BCA2-3F3FA9D7DAF0}" destId="{6960745D-99E7-43C8-9A5A-C6C0FB97A1C6}" srcOrd="0" destOrd="0" presId="urn:microsoft.com/office/officeart/2005/8/layout/hierarchy2"/>
    <dgm:cxn modelId="{5AD3B107-5CA6-45BF-A4ED-087BFA8BBA43}" srcId="{16308E29-D354-4C79-8B24-EB33F9A8B119}" destId="{DF5C7FA3-8035-4853-9CB7-098226BB5C61}" srcOrd="0" destOrd="0" parTransId="{D8B93B03-F9AD-4E2F-8E28-076C9250F71C}" sibTransId="{C81AFCEB-B9A9-4E03-8F36-7398974A2180}"/>
    <dgm:cxn modelId="{999C9C0E-4F74-4999-8123-A59E3BD63E95}" type="presOf" srcId="{A1B54B2A-1C4F-4CBD-B0B3-3B348873F5AB}" destId="{4A650662-F8E2-4A64-A070-927CE355ED0E}" srcOrd="1" destOrd="0" presId="urn:microsoft.com/office/officeart/2005/8/layout/hierarchy2"/>
    <dgm:cxn modelId="{9C4C9E0F-5F1C-4737-BC82-D8B64599120C}" type="presOf" srcId="{770FAF4A-56F5-491D-A173-9E6E403153C1}" destId="{58456B9A-00CC-49DA-8E2F-53FEB4F7E6E6}" srcOrd="1" destOrd="0" presId="urn:microsoft.com/office/officeart/2005/8/layout/hierarchy2"/>
    <dgm:cxn modelId="{D311ED10-8576-4655-9D7F-C82D61BDF0DB}" srcId="{3431CE1A-4B26-49E3-ADCE-EBB3C2D673E9}" destId="{253D976C-EA57-47A4-A2D5-5429C84DBED0}" srcOrd="1" destOrd="0" parTransId="{C1DBF1FC-E0F5-4B89-A5C5-D127E974C7CA}" sibTransId="{035C4E06-E29C-4057-AA11-21496C576C6B}"/>
    <dgm:cxn modelId="{1E1B3D13-782F-4DEF-A54D-E87003D3FD51}" type="presOf" srcId="{9CA2A291-DA12-4DEF-9684-905E5D184871}" destId="{9D621FEE-17FF-41BD-8E29-B1D41ABEA590}" srcOrd="1" destOrd="0" presId="urn:microsoft.com/office/officeart/2005/8/layout/hierarchy2"/>
    <dgm:cxn modelId="{5B0D0E14-3413-4EC6-9D7B-6A8E85647C71}" type="presOf" srcId="{9CA2A291-DA12-4DEF-9684-905E5D184871}" destId="{C8309BD7-EB03-4301-9664-B885142E1CC2}" srcOrd="0" destOrd="0" presId="urn:microsoft.com/office/officeart/2005/8/layout/hierarchy2"/>
    <dgm:cxn modelId="{CEA22A14-7BBE-4602-96C2-E275D208297D}" srcId="{01F42DDD-0D3F-4B21-A1FB-26AFD590FF92}" destId="{7C9089CE-B2A1-4034-B096-B1719683D55E}" srcOrd="0" destOrd="0" parTransId="{19510265-5319-4EE6-91F3-63E8E5014E26}" sibTransId="{80ED23D4-B1D9-4AC0-B997-A884CC383CD7}"/>
    <dgm:cxn modelId="{71626C14-AD38-4FA1-94F1-C737222E09A2}" type="presOf" srcId="{80DFB97F-C7F6-4FB4-B476-EA9E937D25EB}" destId="{09B70A55-C7FD-4A2E-844D-F1CBF432B889}" srcOrd="1" destOrd="0" presId="urn:microsoft.com/office/officeart/2005/8/layout/hierarchy2"/>
    <dgm:cxn modelId="{7C23E417-3EA4-45B8-9D76-BCA153A89FC2}" srcId="{DF5C7FA3-8035-4853-9CB7-098226BB5C61}" destId="{931E618E-D65C-4F49-9FE8-99CD120B9729}" srcOrd="0" destOrd="0" parTransId="{6B833BDC-3455-479D-AA81-6CFADD48A9C6}" sibTransId="{89FA35FB-E206-4820-93D7-6F0B84698979}"/>
    <dgm:cxn modelId="{7A287C19-1BF7-4075-BD0C-F04475EA4904}" srcId="{40BFD59E-2199-42BE-8890-F30080F9A5C6}" destId="{EAD36DD7-DA78-471E-AE6C-2A97D18EC62A}" srcOrd="0" destOrd="0" parTransId="{770FAF4A-56F5-491D-A173-9E6E403153C1}" sibTransId="{D8752598-9B38-4F68-BD97-2382DCFE49A0}"/>
    <dgm:cxn modelId="{4D04511E-F671-402C-8BC7-F9AAD8257731}" type="presOf" srcId="{5C88C124-414F-4A8F-95F9-CF1D1B8F5B9E}" destId="{E0D03E85-CA4C-4552-966B-256596A3F281}" srcOrd="0" destOrd="0" presId="urn:microsoft.com/office/officeart/2005/8/layout/hierarchy2"/>
    <dgm:cxn modelId="{297EDF2A-8423-42AC-9A1F-D095F96B4A27}" type="presOf" srcId="{04F21B15-378E-4F8B-ABD6-BAD09C1BA979}" destId="{8DACD31C-3FA0-4DED-ABFC-04FFC3293189}" srcOrd="0" destOrd="0" presId="urn:microsoft.com/office/officeart/2005/8/layout/hierarchy2"/>
    <dgm:cxn modelId="{AE921134-9B2D-474F-8B87-4FE5A7C41CF7}" srcId="{B0A986AD-AD65-4732-AB67-21225615AF08}" destId="{72B11F47-E09E-43B3-B721-9E7786CAADD6}" srcOrd="0" destOrd="0" parTransId="{E189FB57-4BF7-4661-B84C-5204BFEC4774}" sibTransId="{FCD1219B-5A94-42A9-9609-591C7F6618C5}"/>
    <dgm:cxn modelId="{B354FC36-77F7-4D2B-A648-7AE75ED5664C}" type="presOf" srcId="{A1519CCC-335A-41C4-8CB5-8ED626DA5243}" destId="{56E03FA6-D245-4B5D-ACA4-8A57C6B20011}" srcOrd="1" destOrd="0" presId="urn:microsoft.com/office/officeart/2005/8/layout/hierarchy2"/>
    <dgm:cxn modelId="{AEBFFF36-1E18-46D7-98B3-B8E94698D663}" type="presOf" srcId="{A8A24511-202F-46D3-93E7-416C0A6463C5}" destId="{60E8C9CC-7436-4102-A819-5F4FDCDF4521}" srcOrd="1" destOrd="0" presId="urn:microsoft.com/office/officeart/2005/8/layout/hierarchy2"/>
    <dgm:cxn modelId="{E472CB39-A4D4-438C-85B0-6B6BA8DFCF6D}" type="presOf" srcId="{67A24FA5-9643-497D-82A1-59B885260765}" destId="{0B7BDC0B-E055-47F3-89B0-37F4B8321BC1}" srcOrd="0" destOrd="0" presId="urn:microsoft.com/office/officeart/2005/8/layout/hierarchy2"/>
    <dgm:cxn modelId="{FC8CFA39-D71E-448A-B291-01A993F397FA}" type="presOf" srcId="{2AE53708-4FA3-4F1F-915B-307602D56ACF}" destId="{9F16E0CD-F2B5-46DC-8AB3-EF09A1CAEC13}" srcOrd="1" destOrd="0" presId="urn:microsoft.com/office/officeart/2005/8/layout/hierarchy2"/>
    <dgm:cxn modelId="{8EE0C43C-E32D-42E6-9821-D734C481141B}" type="presOf" srcId="{5C88C124-414F-4A8F-95F9-CF1D1B8F5B9E}" destId="{BF892A13-AA7D-41BC-9C89-3B709A596845}" srcOrd="1" destOrd="0" presId="urn:microsoft.com/office/officeart/2005/8/layout/hierarchy2"/>
    <dgm:cxn modelId="{D853013E-F211-4FF3-8A9A-53E1D6754DC2}" srcId="{67A24FA5-9643-497D-82A1-59B885260765}" destId="{0DD5C24F-A561-4589-AE60-D0D34DEFF82D}" srcOrd="1" destOrd="0" parTransId="{B06DFDAB-8B6C-405A-BCA2-3F3FA9D7DAF0}" sibTransId="{1025F724-741C-4440-91D9-9D18D2DB3980}"/>
    <dgm:cxn modelId="{5B3D163E-DFCC-460B-9400-D136E9A687D6}" type="presOf" srcId="{A1519CCC-335A-41C4-8CB5-8ED626DA5243}" destId="{58239AE1-67B6-4399-8DEB-14B6025063AC}" srcOrd="0" destOrd="0" presId="urn:microsoft.com/office/officeart/2005/8/layout/hierarchy2"/>
    <dgm:cxn modelId="{FA5CF23F-F01F-4F08-B734-D91936F52AC8}" type="presOf" srcId="{F4CDD647-D3A2-4ECF-98F8-89ADFFCE9757}" destId="{73F3BBFD-9693-440C-8184-73EF460A4804}" srcOrd="0" destOrd="0" presId="urn:microsoft.com/office/officeart/2005/8/layout/hierarchy2"/>
    <dgm:cxn modelId="{64C9A140-651A-4860-B99D-C6947B041E6E}" type="presOf" srcId="{7C9089CE-B2A1-4034-B096-B1719683D55E}" destId="{C24096E2-79B3-4B82-98F7-7ADAA55AD4C0}" srcOrd="0" destOrd="0" presId="urn:microsoft.com/office/officeart/2005/8/layout/hierarchy2"/>
    <dgm:cxn modelId="{3A84935B-0C46-412A-BCC4-2094A59F2E4D}" srcId="{EE794898-C14D-4FA7-BDFC-FBB483556C7D}" destId="{67A24FA5-9643-497D-82A1-59B885260765}" srcOrd="1" destOrd="0" parTransId="{673601DF-EEC5-4FCC-AA3E-002CA101BC3A}" sibTransId="{A54A0D41-8CB1-4A63-AE02-4E3925333EB9}"/>
    <dgm:cxn modelId="{A0611A5C-E592-46F3-8B7C-3064EDDA313C}" type="presOf" srcId="{E189FB57-4BF7-4661-B84C-5204BFEC4774}" destId="{268094A2-DEF4-48EC-B71B-079F03098A4B}" srcOrd="0" destOrd="0" presId="urn:microsoft.com/office/officeart/2005/8/layout/hierarchy2"/>
    <dgm:cxn modelId="{4BA4E75C-BF5C-427F-BF3E-01A928D596D3}" type="presOf" srcId="{3B795911-2CFC-45BF-A838-3EDBC3F17F5A}" destId="{6757B67B-C447-46B1-987F-3B53876B5F5E}" srcOrd="0" destOrd="0" presId="urn:microsoft.com/office/officeart/2005/8/layout/hierarchy2"/>
    <dgm:cxn modelId="{15DD6460-6C4D-4784-9BBF-E576CB53164B}" srcId="{779E9F43-64D9-4A28-BE69-57BFCFAF25C0}" destId="{B0A986AD-AD65-4732-AB67-21225615AF08}" srcOrd="0" destOrd="0" parTransId="{E94646BB-3E79-46BF-AE2F-CDBD8469C28A}" sibTransId="{C3F5AE8F-6708-4E0B-AA2F-A124C5514030}"/>
    <dgm:cxn modelId="{43963541-E2AF-4DE2-B902-C3F66632FC80}" type="presOf" srcId="{71BEC283-6878-4EFC-844D-96D309175F80}" destId="{3C247254-0A49-465A-B5F8-87A681324F5F}" srcOrd="0" destOrd="0" presId="urn:microsoft.com/office/officeart/2005/8/layout/hierarchy2"/>
    <dgm:cxn modelId="{18B44F61-8C54-4E82-9C5A-71BD5AC242D8}" srcId="{B6EDC60E-06F8-409F-8253-5BA6DFF3A47C}" destId="{AAF9FA1C-1595-4F96-BF85-D8B49F350D80}" srcOrd="0" destOrd="0" parTransId="{B7A739D5-0938-4846-8FCD-755A0B3574C2}" sibTransId="{D8690D92-153B-4813-8642-3F390F6CF160}"/>
    <dgm:cxn modelId="{F02BFF41-B688-4A5B-ABE4-EDFDB366AF39}" srcId="{B0C0AF97-85CC-47ED-830E-B32AB0376C50}" destId="{37260AAB-7A12-4707-8523-84ED41C1069E}" srcOrd="0" destOrd="0" parTransId="{BED54D11-BD2B-4F4B-844D-4B4A32153309}" sibTransId="{A9FA8856-ADEF-4D14-AC8B-08810FA23183}"/>
    <dgm:cxn modelId="{33613A42-42F3-4359-BFAC-DF00580B4F87}" srcId="{1F9FFC61-EA2F-4F7C-A014-EDCBEAB2B72D}" destId="{06CFB712-A535-4F5D-967B-A1A792DABEB9}" srcOrd="0" destOrd="0" parTransId="{A8A24511-202F-46D3-93E7-416C0A6463C5}" sibTransId="{40CA832D-4E2F-4AD6-9DFC-D5C35BB9DD6F}"/>
    <dgm:cxn modelId="{66B85142-9D3F-4D94-B2CD-545A8986642B}" type="presOf" srcId="{7D8B2F07-59E3-428F-A7B8-14508826D23E}" destId="{B6ABF92F-2943-4BE6-89EB-5FE693DC86C9}" srcOrd="0" destOrd="0" presId="urn:microsoft.com/office/officeart/2005/8/layout/hierarchy2"/>
    <dgm:cxn modelId="{43DB5842-7A72-4E54-BF2E-DC6680753C7B}" type="presOf" srcId="{349D1DC0-27C0-4004-9306-A592515612AB}" destId="{AF5C4419-0C14-406D-947E-D19BC51119A3}" srcOrd="1" destOrd="0" presId="urn:microsoft.com/office/officeart/2005/8/layout/hierarchy2"/>
    <dgm:cxn modelId="{B7DFAB62-1523-4636-998B-7ECB5F4CCC4F}" srcId="{253D976C-EA57-47A4-A2D5-5429C84DBED0}" destId="{16308E29-D354-4C79-8B24-EB33F9A8B119}" srcOrd="0" destOrd="0" parTransId="{656CE88D-6FCC-43D4-A78F-EEA37E587531}" sibTransId="{DF1D730A-1DB9-4AAC-9FD8-8A418DCC3E51}"/>
    <dgm:cxn modelId="{47E32263-7854-410A-92EB-A149D8CCDF70}" type="presOf" srcId="{19510265-5319-4EE6-91F3-63E8E5014E26}" destId="{FCC85448-7F1E-4BD8-BAC4-9F071FBF890B}" srcOrd="0" destOrd="0" presId="urn:microsoft.com/office/officeart/2005/8/layout/hierarchy2"/>
    <dgm:cxn modelId="{F3753E43-4943-437F-94F0-AE6DDE26F33D}" srcId="{3B795911-2CFC-45BF-A838-3EDBC3F17F5A}" destId="{40BFD59E-2199-42BE-8890-F30080F9A5C6}" srcOrd="1" destOrd="0" parTransId="{54B0A806-CA62-4650-99D5-30F8A45F88BA}" sibTransId="{428CFB29-F929-4BE7-A395-31FCF5770277}"/>
    <dgm:cxn modelId="{670BB963-EA42-4095-BA24-06E92E22E910}" type="presOf" srcId="{5DB4A3E5-0A1E-4732-8225-313DBE3B1971}" destId="{9CE9722A-5397-4C5F-ADDA-1701C1478832}" srcOrd="0" destOrd="0" presId="urn:microsoft.com/office/officeart/2005/8/layout/hierarchy2"/>
    <dgm:cxn modelId="{82DA3B64-692F-4960-9370-6E762CC16C6F}" type="presOf" srcId="{931E618E-D65C-4F49-9FE8-99CD120B9729}" destId="{CD3B3740-C4F0-416E-B5D8-3F517E49DB03}" srcOrd="0" destOrd="0" presId="urn:microsoft.com/office/officeart/2005/8/layout/hierarchy2"/>
    <dgm:cxn modelId="{FF046A44-52A4-493A-A4B7-A9373D960A69}" type="presOf" srcId="{4165F927-8E84-4796-84C5-F07A6B1CBEDE}" destId="{706CD6FF-B7FE-4178-BF30-2BD195EED6C1}" srcOrd="1" destOrd="0" presId="urn:microsoft.com/office/officeart/2005/8/layout/hierarchy2"/>
    <dgm:cxn modelId="{049BA766-0FF1-4901-8E0C-1EF1372CB21C}" type="presOf" srcId="{01F42DDD-0D3F-4B21-A1FB-26AFD590FF92}" destId="{9ABF3F1D-5066-4C90-ACBE-8307823FA345}" srcOrd="0" destOrd="0" presId="urn:microsoft.com/office/officeart/2005/8/layout/hierarchy2"/>
    <dgm:cxn modelId="{55A14867-48A2-4B05-8B05-D328BF072466}" type="presOf" srcId="{B0C0AF97-85CC-47ED-830E-B32AB0376C50}" destId="{6B184564-8849-4530-AE42-288ACB0F07DF}" srcOrd="0" destOrd="0" presId="urn:microsoft.com/office/officeart/2005/8/layout/hierarchy2"/>
    <dgm:cxn modelId="{7C1AB967-FF19-4A54-B929-4291244EFB87}" srcId="{EE794898-C14D-4FA7-BDFC-FBB483556C7D}" destId="{779E9F43-64D9-4A28-BE69-57BFCFAF25C0}" srcOrd="3" destOrd="0" parTransId="{5C88C124-414F-4A8F-95F9-CF1D1B8F5B9E}" sibTransId="{D4F965B6-EDA0-49E5-9E30-F61CD1156FEE}"/>
    <dgm:cxn modelId="{DEB23269-4265-4CA5-ACED-6848DA09B944}" type="presOf" srcId="{54B0A806-CA62-4650-99D5-30F8A45F88BA}" destId="{F5C58067-9160-4F8A-8138-2DA22C307321}" srcOrd="1" destOrd="0" presId="urn:microsoft.com/office/officeart/2005/8/layout/hierarchy2"/>
    <dgm:cxn modelId="{C2FC6649-3B5B-4ED3-93CD-2CDDC69B2B8A}" type="presOf" srcId="{0DD5C24F-A561-4589-AE60-D0D34DEFF82D}" destId="{8ED392CA-FCFF-4690-828B-BE3B933F3C00}" srcOrd="0" destOrd="0" presId="urn:microsoft.com/office/officeart/2005/8/layout/hierarchy2"/>
    <dgm:cxn modelId="{5F588869-E38C-44BC-BC8B-6FC5F2D19F99}" type="presOf" srcId="{E189FB57-4BF7-4661-B84C-5204BFEC4774}" destId="{AD34FCAE-CEA8-4F21-9BB9-8ADE30B9A5F1}" srcOrd="1" destOrd="0" presId="urn:microsoft.com/office/officeart/2005/8/layout/hierarchy2"/>
    <dgm:cxn modelId="{0E1B866B-0D8F-45E1-9545-D56BD02C5385}" type="presOf" srcId="{B06DFDAB-8B6C-405A-BCA2-3F3FA9D7DAF0}" destId="{77107446-3B04-4B8A-9EF8-40E6D48F8905}" srcOrd="1" destOrd="0" presId="urn:microsoft.com/office/officeart/2005/8/layout/hierarchy2"/>
    <dgm:cxn modelId="{66EF626C-2BE0-4FBF-ABF0-2DDBEF85E929}" type="presOf" srcId="{BED54D11-BD2B-4F4B-844D-4B4A32153309}" destId="{32FA6E10-3DA6-499F-90E1-595A30B31694}" srcOrd="0" destOrd="0" presId="urn:microsoft.com/office/officeart/2005/8/layout/hierarchy2"/>
    <dgm:cxn modelId="{67634A4C-BC66-4529-8CAD-799D4CBDC264}" srcId="{EE794898-C14D-4FA7-BDFC-FBB483556C7D}" destId="{3431CE1A-4B26-49E3-ADCE-EBB3C2D673E9}" srcOrd="0" destOrd="0" parTransId="{528CA69D-82D1-41BC-A633-9A5DB1F4A60D}" sibTransId="{394C1EF6-8A15-489F-B20D-D04C219F66D7}"/>
    <dgm:cxn modelId="{B5572B6D-D5C0-47EB-A645-67CF5C7A58D1}" type="presOf" srcId="{16308E29-D354-4C79-8B24-EB33F9A8B119}" destId="{23D3FD7A-DB03-4F4A-B3C2-7D9EFD153636}" srcOrd="0" destOrd="0" presId="urn:microsoft.com/office/officeart/2005/8/layout/hierarchy2"/>
    <dgm:cxn modelId="{FDDD074E-1115-4463-BDD4-617BBE5AB376}" type="presOf" srcId="{AAF9FA1C-1595-4F96-BF85-D8B49F350D80}" destId="{A005F396-7B8B-4CF7-8B31-4668F30C80FC}" srcOrd="0" destOrd="0" presId="urn:microsoft.com/office/officeart/2005/8/layout/hierarchy2"/>
    <dgm:cxn modelId="{8B97554E-5195-4F62-9123-422159F9D2E9}" type="presOf" srcId="{D573432A-2B17-4C95-B59D-6A959E1DB7F2}" destId="{653AA061-F4D5-4CAE-A483-83539DC88983}" srcOrd="0" destOrd="0" presId="urn:microsoft.com/office/officeart/2005/8/layout/hierarchy2"/>
    <dgm:cxn modelId="{3762B86E-0246-4470-AAAA-AE41FEE5D310}" srcId="{F4CDD647-D3A2-4ECF-98F8-89ADFFCE9757}" destId="{E8B6946E-DBB6-4230-B773-F08A97AF082A}" srcOrd="0" destOrd="0" parTransId="{A1519CCC-335A-41C4-8CB5-8ED626DA5243}" sibTransId="{A73EF5B1-327B-4ACB-A17B-9AF0D4A7EB79}"/>
    <dgm:cxn modelId="{2273024F-FB37-40E1-B17E-8870F557EFE7}" srcId="{0DD5C24F-A561-4589-AE60-D0D34DEFF82D}" destId="{B0C0AF97-85CC-47ED-830E-B32AB0376C50}" srcOrd="0" destOrd="0" parTransId="{5DB4A3E5-0A1E-4732-8225-313DBE3B1971}" sibTransId="{0E431E39-BB31-4D71-A3E2-80681296DCA0}"/>
    <dgm:cxn modelId="{FE27624F-1D32-4463-90CC-8632A639F77C}" type="presOf" srcId="{349D1DC0-27C0-4004-9306-A592515612AB}" destId="{AF34CABA-DBD3-4C6C-A682-F072342E3B32}" srcOrd="0" destOrd="0" presId="urn:microsoft.com/office/officeart/2005/8/layout/hierarchy2"/>
    <dgm:cxn modelId="{128E714F-0D60-47A5-AD1A-272234D3BDC5}" type="presOf" srcId="{60A71DB1-C755-4525-8432-D812E866C576}" destId="{B5F06659-B423-4D73-BFB2-6F3720C39A3D}" srcOrd="1" destOrd="0" presId="urn:microsoft.com/office/officeart/2005/8/layout/hierarchy2"/>
    <dgm:cxn modelId="{D2140B74-A59B-4BE7-8D24-1C154EE541F4}" srcId="{3B795911-2CFC-45BF-A838-3EDBC3F17F5A}" destId="{01F42DDD-0D3F-4B21-A1FB-26AFD590FF92}" srcOrd="0" destOrd="0" parTransId="{2AE53708-4FA3-4F1F-915B-307602D56ACF}" sibTransId="{659AEB45-595D-42C9-BF0D-084F8D5773FD}"/>
    <dgm:cxn modelId="{D2803E56-5237-4116-B769-3E939C29A949}" type="presOf" srcId="{253D976C-EA57-47A4-A2D5-5429C84DBED0}" destId="{0EF51B77-EE98-430C-991B-79212E4A1CCE}" srcOrd="0" destOrd="0" presId="urn:microsoft.com/office/officeart/2005/8/layout/hierarchy2"/>
    <dgm:cxn modelId="{668FD756-1183-4056-A96F-9D604D1AC883}" type="presOf" srcId="{EE794898-C14D-4FA7-BDFC-FBB483556C7D}" destId="{450E3CB1-0D72-4407-A192-EF9E6B0AB2B0}" srcOrd="0" destOrd="0" presId="urn:microsoft.com/office/officeart/2005/8/layout/hierarchy2"/>
    <dgm:cxn modelId="{468D2B77-84CA-406B-8BA6-7C4680443B3A}" type="presOf" srcId="{2AE53708-4FA3-4F1F-915B-307602D56ACF}" destId="{A45268D2-F764-40E2-B422-F53E4070FB34}" srcOrd="0" destOrd="0" presId="urn:microsoft.com/office/officeart/2005/8/layout/hierarchy2"/>
    <dgm:cxn modelId="{33C19078-08CC-42AB-BFDD-69A5B92D40A1}" type="presOf" srcId="{B0A986AD-AD65-4732-AB67-21225615AF08}" destId="{FA27527E-E391-4BFC-9EDF-490908A10B82}" srcOrd="0" destOrd="0" presId="urn:microsoft.com/office/officeart/2005/8/layout/hierarchy2"/>
    <dgm:cxn modelId="{AD18237A-953B-48CC-8633-8AB0E619A6F1}" srcId="{06CFB712-A535-4F5D-967B-A1A792DABEB9}" destId="{17A2C08C-6275-4149-8F67-54D4FCE0FC51}" srcOrd="0" destOrd="0" parTransId="{EA93E40B-2AC6-40AE-B023-245E89535327}" sibTransId="{5D99CDC3-63B6-49A6-BE71-5F01830884D9}"/>
    <dgm:cxn modelId="{A96BCA7A-392D-4EDC-8306-7ACA1FA02AB0}" type="presOf" srcId="{B6EDC60E-06F8-409F-8253-5BA6DFF3A47C}" destId="{1DE682A1-7FDE-4A72-A64D-C796773943FD}" srcOrd="0" destOrd="0" presId="urn:microsoft.com/office/officeart/2005/8/layout/hierarchy2"/>
    <dgm:cxn modelId="{05B4EE7A-8916-4F6E-9C23-8F1BE8FF87A5}" srcId="{EE794898-C14D-4FA7-BDFC-FBB483556C7D}" destId="{3B795911-2CFC-45BF-A838-3EDBC3F17F5A}" srcOrd="2" destOrd="0" parTransId="{A1B54B2A-1C4F-4CBD-B0B3-3B348873F5AB}" sibTransId="{1478C37C-D7CC-4613-96C1-A35757447127}"/>
    <dgm:cxn modelId="{002EE87E-D54C-4A28-90D7-7206D35CC23D}" srcId="{EAD36DD7-DA78-471E-AE6C-2A97D18EC62A}" destId="{F4CDD647-D3A2-4ECF-98F8-89ADFFCE9757}" srcOrd="0" destOrd="0" parTransId="{9CA2A291-DA12-4DEF-9684-905E5D184871}" sibTransId="{07E8CBC2-E797-4BD2-BAF0-F858BF9E1478}"/>
    <dgm:cxn modelId="{7A39FE7F-5109-4283-89C7-D8CFDCD9A58E}" type="presOf" srcId="{528CA69D-82D1-41BC-A633-9A5DB1F4A60D}" destId="{A287B125-C4C5-4205-9132-4DE424943E6E}" srcOrd="0" destOrd="0" presId="urn:microsoft.com/office/officeart/2005/8/layout/hierarchy2"/>
    <dgm:cxn modelId="{2ADCCD82-3ACA-49E4-9092-6DDCB5E1D7AE}" type="presOf" srcId="{4293C97B-7C22-4018-BB30-91331FFB5A89}" destId="{6D67B017-886E-4AD2-983B-3B85AA78CC30}" srcOrd="0" destOrd="0" presId="urn:microsoft.com/office/officeart/2005/8/layout/hierarchy2"/>
    <dgm:cxn modelId="{4071BD87-CE93-4377-AE09-42637974F6EC}" type="presOf" srcId="{6B833BDC-3455-479D-AA81-6CFADD48A9C6}" destId="{4721D9F9-513F-4A68-AD5E-1115171211DA}" srcOrd="0" destOrd="0" presId="urn:microsoft.com/office/officeart/2005/8/layout/hierarchy2"/>
    <dgm:cxn modelId="{0B774888-3530-43C3-9C81-43FE33134258}" type="presOf" srcId="{4DE5D00F-9308-4DEC-8C20-16BE3961510D}" destId="{8462B8E9-22A9-400D-A440-DF9A6420AD96}" srcOrd="0" destOrd="0" presId="urn:microsoft.com/office/officeart/2005/8/layout/hierarchy2"/>
    <dgm:cxn modelId="{111F8389-679D-492C-BF1E-DD29B50017BD}" type="presOf" srcId="{04F21B15-378E-4F8B-ABD6-BAD09C1BA979}" destId="{8F8EFF83-8E19-4EF3-BE62-286D14A75C28}" srcOrd="1" destOrd="0" presId="urn:microsoft.com/office/officeart/2005/8/layout/hierarchy2"/>
    <dgm:cxn modelId="{3E88AC89-5803-4F6D-A9A7-A26DB8FF0CC1}" type="presOf" srcId="{530D188C-DB48-4021-BE63-FBC308BBE982}" destId="{CC3D4702-9C3C-498C-AEC8-F6F7882F24D1}" srcOrd="0" destOrd="0" presId="urn:microsoft.com/office/officeart/2005/8/layout/hierarchy2"/>
    <dgm:cxn modelId="{3B98208B-A17D-491A-8977-3E2CEBF8D1EA}" type="presOf" srcId="{19510265-5319-4EE6-91F3-63E8E5014E26}" destId="{5570BDA1-789F-47FB-9DF7-16BAAE2382F4}" srcOrd="1" destOrd="0" presId="urn:microsoft.com/office/officeart/2005/8/layout/hierarchy2"/>
    <dgm:cxn modelId="{3FB1648B-2148-4754-AA08-3F902CCAC38B}" type="presOf" srcId="{D8B93B03-F9AD-4E2F-8E28-076C9250F71C}" destId="{AA2CE279-3B8C-449C-A559-C6F3B41D8B30}" srcOrd="1" destOrd="0" presId="urn:microsoft.com/office/officeart/2005/8/layout/hierarchy2"/>
    <dgm:cxn modelId="{7986778D-E81F-4A3E-9047-FAA7B74E0ED1}" srcId="{288C03A6-49C9-4896-9F11-F426A11BD1B8}" destId="{1694C468-B828-4D23-A5D8-E9C2F904318E}" srcOrd="0" destOrd="0" parTransId="{4165F927-8E84-4796-84C5-F07A6B1CBEDE}" sibTransId="{A2E46903-3E91-4724-9566-3B67ECB0AC39}"/>
    <dgm:cxn modelId="{A120A496-E998-419B-B168-477BCE5AFF6E}" srcId="{1694C468-B828-4D23-A5D8-E9C2F904318E}" destId="{B6EDC60E-06F8-409F-8253-5BA6DFF3A47C}" srcOrd="0" destOrd="0" parTransId="{769B67E8-9AEF-4402-ABD8-043229117595}" sibTransId="{B1089200-79AF-490D-94A9-9B4749CE8F9F}"/>
    <dgm:cxn modelId="{C72C4297-67F8-41B2-95A4-E0A340F3B235}" type="presOf" srcId="{3431CE1A-4B26-49E3-ADCE-EBB3C2D673E9}" destId="{EA39FD28-716A-4551-A629-DACF7F18155F}" srcOrd="0" destOrd="0" presId="urn:microsoft.com/office/officeart/2005/8/layout/hierarchy2"/>
    <dgm:cxn modelId="{49DB1B9E-612E-4AEA-BE19-8A8CA7FAC108}" type="presOf" srcId="{779E9F43-64D9-4A28-BE69-57BFCFAF25C0}" destId="{72B0EFB8-EB7B-456B-B647-35EB6CFB2BF3}" srcOrd="0" destOrd="0" presId="urn:microsoft.com/office/officeart/2005/8/layout/hierarchy2"/>
    <dgm:cxn modelId="{05103C9F-EE14-41EB-B86D-B704913F9300}" type="presOf" srcId="{528CA69D-82D1-41BC-A633-9A5DB1F4A60D}" destId="{F3472F10-B547-46C5-BE32-2B025675B480}" srcOrd="1" destOrd="0" presId="urn:microsoft.com/office/officeart/2005/8/layout/hierarchy2"/>
    <dgm:cxn modelId="{2D285FA0-CE07-430C-9D2E-A915A9A2E0EC}" type="presOf" srcId="{B7A739D5-0938-4846-8FCD-755A0B3574C2}" destId="{DFDAAFC1-E432-422C-8237-C4FCD2F0F5A2}" srcOrd="1" destOrd="0" presId="urn:microsoft.com/office/officeart/2005/8/layout/hierarchy2"/>
    <dgm:cxn modelId="{657D2CA1-B7E9-488E-8398-7966BF3724A0}" type="presOf" srcId="{CF1BE021-8211-4F25-8565-032F6404A414}" destId="{1654903A-E208-457A-A1CC-CBEDDD94329E}" srcOrd="0" destOrd="0" presId="urn:microsoft.com/office/officeart/2005/8/layout/hierarchy2"/>
    <dgm:cxn modelId="{7D6E1FA9-A9C6-4DE4-9F20-67B4E4095464}" type="presOf" srcId="{D8B93B03-F9AD-4E2F-8E28-076C9250F71C}" destId="{08387D62-7C8D-49D8-976E-5788F30D77B9}" srcOrd="0" destOrd="0" presId="urn:microsoft.com/office/officeart/2005/8/layout/hierarchy2"/>
    <dgm:cxn modelId="{21A7EDA9-5C6E-4AEF-A188-E924C2C960A0}" type="presOf" srcId="{656CE88D-6FCC-43D4-A78F-EEA37E587531}" destId="{ADE0A638-4FC9-4570-8B33-6A63AE304556}" srcOrd="0" destOrd="0" presId="urn:microsoft.com/office/officeart/2005/8/layout/hierarchy2"/>
    <dgm:cxn modelId="{B55BA3AD-2CF3-4AED-9216-77AF935F9687}" type="presOf" srcId="{5DB4A3E5-0A1E-4732-8225-313DBE3B1971}" destId="{861EBBB0-4C0C-4D6D-819B-C3B1993B0363}" srcOrd="1" destOrd="0" presId="urn:microsoft.com/office/officeart/2005/8/layout/hierarchy2"/>
    <dgm:cxn modelId="{19CDEFAD-93A2-44EC-A2D9-D4688013B217}" type="presOf" srcId="{E94646BB-3E79-46BF-AE2F-CDBD8469C28A}" destId="{239270AA-3D59-4D6B-96D0-F3AE4C41E8E3}" srcOrd="1" destOrd="0" presId="urn:microsoft.com/office/officeart/2005/8/layout/hierarchy2"/>
    <dgm:cxn modelId="{87537CAE-4F0A-4DEE-80FC-941CF935A7E8}" type="presOf" srcId="{EDFA501B-D66E-4832-89B5-0B5125B754CF}" destId="{B0419EB2-F1F3-4FCB-8EA2-11AA6C3F2CD2}" srcOrd="0" destOrd="0" presId="urn:microsoft.com/office/officeart/2005/8/layout/hierarchy2"/>
    <dgm:cxn modelId="{2668DEAE-5BCA-435D-958D-0B2E05EABC23}" srcId="{72B11F47-E09E-43B3-B721-9E7786CAADD6}" destId="{4DE5D00F-9308-4DEC-8C20-16BE3961510D}" srcOrd="0" destOrd="0" parTransId="{80DFB97F-C7F6-4FB4-B476-EA9E937D25EB}" sibTransId="{85C79813-9A7F-4012-A24D-15B2D30BB07B}"/>
    <dgm:cxn modelId="{25E821B6-80EF-42A5-BA07-9A6518C20C16}" type="presOf" srcId="{656CE88D-6FCC-43D4-A78F-EEA37E587531}" destId="{2F85D43F-6029-473B-965C-B84FED544B76}" srcOrd="1" destOrd="0" presId="urn:microsoft.com/office/officeart/2005/8/layout/hierarchy2"/>
    <dgm:cxn modelId="{18B755B6-FEF8-458E-9AA8-6E84A167D20E}" srcId="{71BEC283-6878-4EFC-844D-96D309175F80}" destId="{EE794898-C14D-4FA7-BDFC-FBB483556C7D}" srcOrd="0" destOrd="0" parTransId="{1150A69E-02EB-47F7-BC60-3AC4E713473E}" sibTransId="{C0AB3EA6-1AC6-4660-9D2E-4D029294FDB0}"/>
    <dgm:cxn modelId="{53C77BB8-FDB7-4167-942E-71C4D5B2D9AE}" type="presOf" srcId="{769B67E8-9AEF-4402-ABD8-043229117595}" destId="{6F1FE561-0510-4E7B-B7FD-9D32CBD29FA5}" srcOrd="1" destOrd="0" presId="urn:microsoft.com/office/officeart/2005/8/layout/hierarchy2"/>
    <dgm:cxn modelId="{1CDEA3BA-1336-4704-B175-03A85CA84068}" type="presOf" srcId="{72B11F47-E09E-43B3-B721-9E7786CAADD6}" destId="{C1F6918F-E14D-4959-95B8-45990FD1A7F5}" srcOrd="0" destOrd="0" presId="urn:microsoft.com/office/officeart/2005/8/layout/hierarchy2"/>
    <dgm:cxn modelId="{D522F5BC-CB82-4256-B8CA-E64F5627E94E}" type="presOf" srcId="{288C03A6-49C9-4896-9F11-F426A11BD1B8}" destId="{78707DAF-37E7-4D57-9C16-45E67E80CD69}" srcOrd="0" destOrd="0" presId="urn:microsoft.com/office/officeart/2005/8/layout/hierarchy2"/>
    <dgm:cxn modelId="{6BA066BD-4C0F-4EC4-90B3-EEE3E2E00591}" type="presOf" srcId="{40BFD59E-2199-42BE-8890-F30080F9A5C6}" destId="{941E732F-424F-40E1-A648-080121FBBF88}" srcOrd="0" destOrd="0" presId="urn:microsoft.com/office/officeart/2005/8/layout/hierarchy2"/>
    <dgm:cxn modelId="{87CF69BF-E266-4777-A68D-73F54D31D0F0}" type="presOf" srcId="{C1DBF1FC-E0F5-4B89-A5C5-D127E974C7CA}" destId="{4C7D5F92-7EA8-4F84-B93B-D8627A2AF719}" srcOrd="1" destOrd="0" presId="urn:microsoft.com/office/officeart/2005/8/layout/hierarchy2"/>
    <dgm:cxn modelId="{080BE4C0-554F-4382-8576-41D46E4EEFF4}" type="presOf" srcId="{A8A24511-202F-46D3-93E7-416C0A6463C5}" destId="{DCB3CBD2-5C34-4782-B82B-EE9A56E82514}" srcOrd="0" destOrd="0" presId="urn:microsoft.com/office/officeart/2005/8/layout/hierarchy2"/>
    <dgm:cxn modelId="{0B9709C6-9730-4A6C-9669-8E88890289BD}" type="presOf" srcId="{B7A739D5-0938-4846-8FCD-755A0B3574C2}" destId="{8D32BC53-CFDD-4548-807B-718C0D766F79}" srcOrd="0" destOrd="0" presId="urn:microsoft.com/office/officeart/2005/8/layout/hierarchy2"/>
    <dgm:cxn modelId="{43EA8AC8-64BA-461D-956A-3C3CF75497FD}" type="presOf" srcId="{EDFA501B-D66E-4832-89B5-0B5125B754CF}" destId="{6B594819-E909-4927-8BEF-B1D09B8538E1}" srcOrd="1" destOrd="0" presId="urn:microsoft.com/office/officeart/2005/8/layout/hierarchy2"/>
    <dgm:cxn modelId="{F0AD0ECD-78F3-47EE-83BA-E088C91B9FB0}" type="presOf" srcId="{37260AAB-7A12-4707-8523-84ED41C1069E}" destId="{67923EC5-1A82-4636-8192-8BC34D8AC961}" srcOrd="0" destOrd="0" presId="urn:microsoft.com/office/officeart/2005/8/layout/hierarchy2"/>
    <dgm:cxn modelId="{31ED31CF-B525-435C-85F2-DBCCFEDDF102}" type="presOf" srcId="{80DFB97F-C7F6-4FB4-B476-EA9E937D25EB}" destId="{2387F0DA-8649-4445-8843-7EF61F18882C}" srcOrd="0" destOrd="0" presId="urn:microsoft.com/office/officeart/2005/8/layout/hierarchy2"/>
    <dgm:cxn modelId="{EA8FEAD1-76F7-4E58-9BE9-2298D8AB015E}" srcId="{37260AAB-7A12-4707-8523-84ED41C1069E}" destId="{530D188C-DB48-4021-BE63-FBC308BBE982}" srcOrd="0" destOrd="0" parTransId="{60A71DB1-C755-4525-8432-D812E866C576}" sibTransId="{DD2CF6DF-FE65-4F9A-986B-2D5E8F835EAC}"/>
    <dgm:cxn modelId="{D9E6E2D3-87A5-4C44-8738-AF126107D4B3}" type="presOf" srcId="{C1DBF1FC-E0F5-4B89-A5C5-D127E974C7CA}" destId="{FF15DE8A-108B-4103-9435-160E8C0CAFF1}" srcOrd="0" destOrd="0" presId="urn:microsoft.com/office/officeart/2005/8/layout/hierarchy2"/>
    <dgm:cxn modelId="{B7C3C0D4-254B-4F4A-ABFE-1EF8FD97BC97}" type="presOf" srcId="{17A2C08C-6275-4149-8F67-54D4FCE0FC51}" destId="{18D83C79-0051-4EF7-B906-67D2312607C0}" srcOrd="0" destOrd="0" presId="urn:microsoft.com/office/officeart/2005/8/layout/hierarchy2"/>
    <dgm:cxn modelId="{0A0765D8-5F49-4396-B7CF-0361618BF053}" type="presOf" srcId="{673601DF-EEC5-4FCC-AA3E-002CA101BC3A}" destId="{EDBF02E4-AF3B-4434-AE2F-85F0E5FDFC2B}" srcOrd="1" destOrd="0" presId="urn:microsoft.com/office/officeart/2005/8/layout/hierarchy2"/>
    <dgm:cxn modelId="{559449DB-CD38-42A1-9CA4-7BF32B987E2D}" type="presOf" srcId="{E8B6946E-DBB6-4230-B773-F08A97AF082A}" destId="{83D4B8DD-4BB1-4AD7-BE77-1572C1560D6C}" srcOrd="0" destOrd="0" presId="urn:microsoft.com/office/officeart/2005/8/layout/hierarchy2"/>
    <dgm:cxn modelId="{46FBD7DC-4941-4C77-8ED5-5A255EDE8FC4}" srcId="{3431CE1A-4B26-49E3-ADCE-EBB3C2D673E9}" destId="{288C03A6-49C9-4896-9F11-F426A11BD1B8}" srcOrd="0" destOrd="0" parTransId="{04F21B15-378E-4F8B-ABD6-BAD09C1BA979}" sibTransId="{C90D1FC1-1689-4F52-8BB8-9D55B074D958}"/>
    <dgm:cxn modelId="{23864FDD-5D98-42E8-B504-35C13DBAF0F9}" type="presOf" srcId="{EA93E40B-2AC6-40AE-B023-245E89535327}" destId="{EE09D64E-1C30-4F64-A1AA-68248F7C3361}" srcOrd="0" destOrd="0" presId="urn:microsoft.com/office/officeart/2005/8/layout/hierarchy2"/>
    <dgm:cxn modelId="{A29A96DD-CA0A-4B9D-A7B8-7C00540873DD}" type="presOf" srcId="{6B833BDC-3455-479D-AA81-6CFADD48A9C6}" destId="{8C641DC5-D378-4142-B697-81C5E3E7ADD7}" srcOrd="1" destOrd="0" presId="urn:microsoft.com/office/officeart/2005/8/layout/hierarchy2"/>
    <dgm:cxn modelId="{A77398DF-AB92-4C45-B4B2-F46A323CACD1}" type="presOf" srcId="{A1B54B2A-1C4F-4CBD-B0B3-3B348873F5AB}" destId="{B81AEA4D-F842-42F5-ACA6-3B2DF0708E43}" srcOrd="0" destOrd="0" presId="urn:microsoft.com/office/officeart/2005/8/layout/hierarchy2"/>
    <dgm:cxn modelId="{9D3EE1E2-B783-45E8-BBE0-13503EB9B9C1}" type="presOf" srcId="{06CFB712-A535-4F5D-967B-A1A792DABEB9}" destId="{E7313820-7B36-4F3F-9204-D3C2897F16EF}" srcOrd="0" destOrd="0" presId="urn:microsoft.com/office/officeart/2005/8/layout/hierarchy2"/>
    <dgm:cxn modelId="{1406A6E4-C3CA-4924-9336-3C5997CFD256}" type="presOf" srcId="{4165F927-8E84-4796-84C5-F07A6B1CBEDE}" destId="{2E57C7AD-2716-415B-AB13-30C9D71D6B31}" srcOrd="0" destOrd="0" presId="urn:microsoft.com/office/officeart/2005/8/layout/hierarchy2"/>
    <dgm:cxn modelId="{184467E6-DDE4-4534-A5B6-84791117832E}" type="presOf" srcId="{EA93E40B-2AC6-40AE-B023-245E89535327}" destId="{82ED734C-1548-4D81-92B2-24B59ECACC38}" srcOrd="1" destOrd="0" presId="urn:microsoft.com/office/officeart/2005/8/layout/hierarchy2"/>
    <dgm:cxn modelId="{1B7187E6-E7EE-4DEF-BB35-AF517F644E19}" type="presOf" srcId="{BED54D11-BD2B-4F4B-844D-4B4A32153309}" destId="{6C3BA86C-D5E4-436E-8767-E686C73FAFEA}" srcOrd="1" destOrd="0" presId="urn:microsoft.com/office/officeart/2005/8/layout/hierarchy2"/>
    <dgm:cxn modelId="{344897E7-8308-44C2-8D1E-E5AD92FFC7AF}" type="presOf" srcId="{673601DF-EEC5-4FCC-AA3E-002CA101BC3A}" destId="{6A7C1F62-9D61-4C05-AFF6-CFC595A786C3}" srcOrd="0" destOrd="0" presId="urn:microsoft.com/office/officeart/2005/8/layout/hierarchy2"/>
    <dgm:cxn modelId="{941393E8-1EFA-428D-BC09-0CDE18996512}" type="presOf" srcId="{1F9FFC61-EA2F-4F7C-A014-EDCBEAB2B72D}" destId="{2363E6D0-E434-4ED4-A326-552EE14A286A}" srcOrd="0" destOrd="0" presId="urn:microsoft.com/office/officeart/2005/8/layout/hierarchy2"/>
    <dgm:cxn modelId="{9E5F94E9-D60B-446D-9479-8F68A30536CD}" type="presOf" srcId="{770FAF4A-56F5-491D-A173-9E6E403153C1}" destId="{533FD6DF-2B68-4480-8BBB-4A1E13885460}" srcOrd="0" destOrd="0" presId="urn:microsoft.com/office/officeart/2005/8/layout/hierarchy2"/>
    <dgm:cxn modelId="{588FF6ED-A8E3-457C-A014-D9D5C3B82196}" type="presOf" srcId="{E94646BB-3E79-46BF-AE2F-CDBD8469C28A}" destId="{5A907FA0-BA1F-4988-9257-54357C253D4C}" srcOrd="0" destOrd="0" presId="urn:microsoft.com/office/officeart/2005/8/layout/hierarchy2"/>
    <dgm:cxn modelId="{06BECAEF-F4A8-4B12-8A70-897C631B2AF1}" type="presOf" srcId="{54B0A806-CA62-4650-99D5-30F8A45F88BA}" destId="{9E20C90B-13A2-4718-A16D-5F4481F16B46}" srcOrd="0" destOrd="0" presId="urn:microsoft.com/office/officeart/2005/8/layout/hierarchy2"/>
    <dgm:cxn modelId="{035944F0-D6EA-4D50-98F4-BCFE0F86BDF0}" type="presOf" srcId="{1694C468-B828-4D23-A5D8-E9C2F904318E}" destId="{75D460A7-4AFF-42BA-906C-3E8CCE1DA119}" srcOrd="0" destOrd="0" presId="urn:microsoft.com/office/officeart/2005/8/layout/hierarchy2"/>
    <dgm:cxn modelId="{6A45ABF0-9FDA-4E3A-84FD-6DBE69A63553}" type="presOf" srcId="{DF5C7FA3-8035-4853-9CB7-098226BB5C61}" destId="{A92EDDF5-BA3E-488A-8AA2-AB2C7D1F90CA}" srcOrd="0" destOrd="0" presId="urn:microsoft.com/office/officeart/2005/8/layout/hierarchy2"/>
    <dgm:cxn modelId="{C134B4F9-7EE4-4E85-9343-AB4ECF63C294}" type="presOf" srcId="{EAD36DD7-DA78-471E-AE6C-2A97D18EC62A}" destId="{4667FD9B-BDDC-4F89-9645-0B275A6646AB}" srcOrd="0" destOrd="0" presId="urn:microsoft.com/office/officeart/2005/8/layout/hierarchy2"/>
    <dgm:cxn modelId="{7B5557FF-FF02-450D-9BDF-42AB25A7997F}" srcId="{46940C06-2785-4911-8E7E-1D27E676DF91}" destId="{4293C97B-7C22-4018-BB30-91331FFB5A89}" srcOrd="0" destOrd="0" parTransId="{EDFA501B-D66E-4832-89B5-0B5125B754CF}" sibTransId="{62E3FDA9-91E5-43F3-B9F2-2F431FB969A1}"/>
    <dgm:cxn modelId="{FB6FC8FF-C77A-4359-88A2-CEBD72EC98C0}" srcId="{67A24FA5-9643-497D-82A1-59B885260765}" destId="{1F9FFC61-EA2F-4F7C-A014-EDCBEAB2B72D}" srcOrd="0" destOrd="0" parTransId="{349D1DC0-27C0-4004-9306-A592515612AB}" sibTransId="{2711494B-BD96-439F-A0D6-60B2B28F132B}"/>
    <dgm:cxn modelId="{C800712A-A1AB-4FD4-A41B-816042A86D87}" type="presParOf" srcId="{3C247254-0A49-465A-B5F8-87A681324F5F}" destId="{DD5F9CC1-261E-4642-BED1-787678BDC051}" srcOrd="0" destOrd="0" presId="urn:microsoft.com/office/officeart/2005/8/layout/hierarchy2"/>
    <dgm:cxn modelId="{5470E30F-D8E2-4859-834E-C2BA4C1DE761}" type="presParOf" srcId="{DD5F9CC1-261E-4642-BED1-787678BDC051}" destId="{450E3CB1-0D72-4407-A192-EF9E6B0AB2B0}" srcOrd="0" destOrd="0" presId="urn:microsoft.com/office/officeart/2005/8/layout/hierarchy2"/>
    <dgm:cxn modelId="{FE883D27-06CB-4039-BE70-43FBE88DCEFC}" type="presParOf" srcId="{DD5F9CC1-261E-4642-BED1-787678BDC051}" destId="{4CBC7919-701A-42B3-95F8-EF04753E5630}" srcOrd="1" destOrd="0" presId="urn:microsoft.com/office/officeart/2005/8/layout/hierarchy2"/>
    <dgm:cxn modelId="{083C9252-5594-412A-8986-3542B8AB9B6B}" type="presParOf" srcId="{4CBC7919-701A-42B3-95F8-EF04753E5630}" destId="{A287B125-C4C5-4205-9132-4DE424943E6E}" srcOrd="0" destOrd="0" presId="urn:microsoft.com/office/officeart/2005/8/layout/hierarchy2"/>
    <dgm:cxn modelId="{9FC9F3C1-01FE-45DE-A2A0-74E8ADB57CEE}" type="presParOf" srcId="{A287B125-C4C5-4205-9132-4DE424943E6E}" destId="{F3472F10-B547-46C5-BE32-2B025675B480}" srcOrd="0" destOrd="0" presId="urn:microsoft.com/office/officeart/2005/8/layout/hierarchy2"/>
    <dgm:cxn modelId="{C68DF9C7-820A-4C3D-AC44-52F6B713CC4D}" type="presParOf" srcId="{4CBC7919-701A-42B3-95F8-EF04753E5630}" destId="{36219043-440A-4E6B-B4C6-1FD777E60541}" srcOrd="1" destOrd="0" presId="urn:microsoft.com/office/officeart/2005/8/layout/hierarchy2"/>
    <dgm:cxn modelId="{E9AF5655-F8A8-4DD8-9E54-106BDB33D60D}" type="presParOf" srcId="{36219043-440A-4E6B-B4C6-1FD777E60541}" destId="{EA39FD28-716A-4551-A629-DACF7F18155F}" srcOrd="0" destOrd="0" presId="urn:microsoft.com/office/officeart/2005/8/layout/hierarchy2"/>
    <dgm:cxn modelId="{18B0382F-9CC0-4A78-9AFD-E136E0A95A06}" type="presParOf" srcId="{36219043-440A-4E6B-B4C6-1FD777E60541}" destId="{A885FD80-5049-46F6-822F-4B47CD0C7031}" srcOrd="1" destOrd="0" presId="urn:microsoft.com/office/officeart/2005/8/layout/hierarchy2"/>
    <dgm:cxn modelId="{CFA88C2B-790A-48CE-8499-CFDC40AD1CAE}" type="presParOf" srcId="{A885FD80-5049-46F6-822F-4B47CD0C7031}" destId="{8DACD31C-3FA0-4DED-ABFC-04FFC3293189}" srcOrd="0" destOrd="0" presId="urn:microsoft.com/office/officeart/2005/8/layout/hierarchy2"/>
    <dgm:cxn modelId="{6684FDC4-F4E4-4AD3-BEA4-531B3AEB6FD4}" type="presParOf" srcId="{8DACD31C-3FA0-4DED-ABFC-04FFC3293189}" destId="{8F8EFF83-8E19-4EF3-BE62-286D14A75C28}" srcOrd="0" destOrd="0" presId="urn:microsoft.com/office/officeart/2005/8/layout/hierarchy2"/>
    <dgm:cxn modelId="{B21FD8D0-3E18-4BBA-936A-4840785A1896}" type="presParOf" srcId="{A885FD80-5049-46F6-822F-4B47CD0C7031}" destId="{69EC6759-896C-426D-AF17-36A8FB462F4F}" srcOrd="1" destOrd="0" presId="urn:microsoft.com/office/officeart/2005/8/layout/hierarchy2"/>
    <dgm:cxn modelId="{30E63229-2733-4C8D-86EE-2C0F4DD4B61E}" type="presParOf" srcId="{69EC6759-896C-426D-AF17-36A8FB462F4F}" destId="{78707DAF-37E7-4D57-9C16-45E67E80CD69}" srcOrd="0" destOrd="0" presId="urn:microsoft.com/office/officeart/2005/8/layout/hierarchy2"/>
    <dgm:cxn modelId="{24E2635A-2E64-40DB-A694-26264F170434}" type="presParOf" srcId="{69EC6759-896C-426D-AF17-36A8FB462F4F}" destId="{D1640EA4-3465-4DC6-A16F-EDF2AAEA683C}" srcOrd="1" destOrd="0" presId="urn:microsoft.com/office/officeart/2005/8/layout/hierarchy2"/>
    <dgm:cxn modelId="{A66A83E6-2F5D-4623-829F-8A57C45227DC}" type="presParOf" srcId="{D1640EA4-3465-4DC6-A16F-EDF2AAEA683C}" destId="{2E57C7AD-2716-415B-AB13-30C9D71D6B31}" srcOrd="0" destOrd="0" presId="urn:microsoft.com/office/officeart/2005/8/layout/hierarchy2"/>
    <dgm:cxn modelId="{7A477E6A-FF9E-4ABD-A741-F87554748346}" type="presParOf" srcId="{2E57C7AD-2716-415B-AB13-30C9D71D6B31}" destId="{706CD6FF-B7FE-4178-BF30-2BD195EED6C1}" srcOrd="0" destOrd="0" presId="urn:microsoft.com/office/officeart/2005/8/layout/hierarchy2"/>
    <dgm:cxn modelId="{1A46338F-317D-44D5-B91B-0A56053DC793}" type="presParOf" srcId="{D1640EA4-3465-4DC6-A16F-EDF2AAEA683C}" destId="{8014BB18-BAB8-4441-A0E8-DCF907305D42}" srcOrd="1" destOrd="0" presId="urn:microsoft.com/office/officeart/2005/8/layout/hierarchy2"/>
    <dgm:cxn modelId="{69B52CF6-9730-4413-8C4C-1A0D350A1B9A}" type="presParOf" srcId="{8014BB18-BAB8-4441-A0E8-DCF907305D42}" destId="{75D460A7-4AFF-42BA-906C-3E8CCE1DA119}" srcOrd="0" destOrd="0" presId="urn:microsoft.com/office/officeart/2005/8/layout/hierarchy2"/>
    <dgm:cxn modelId="{81056472-A097-4DB2-9D58-B52BBA9C60A4}" type="presParOf" srcId="{8014BB18-BAB8-4441-A0E8-DCF907305D42}" destId="{BA338335-EBF2-40DA-94D5-46B1C2750152}" srcOrd="1" destOrd="0" presId="urn:microsoft.com/office/officeart/2005/8/layout/hierarchy2"/>
    <dgm:cxn modelId="{D3C45C80-7C8B-4DFF-B1C9-7266AB219FEA}" type="presParOf" srcId="{BA338335-EBF2-40DA-94D5-46B1C2750152}" destId="{5A06A575-3E2C-4C3C-BEBA-E9B289368B87}" srcOrd="0" destOrd="0" presId="urn:microsoft.com/office/officeart/2005/8/layout/hierarchy2"/>
    <dgm:cxn modelId="{82295163-46EA-443A-9FC5-CCCCEA3D9811}" type="presParOf" srcId="{5A06A575-3E2C-4C3C-BEBA-E9B289368B87}" destId="{6F1FE561-0510-4E7B-B7FD-9D32CBD29FA5}" srcOrd="0" destOrd="0" presId="urn:microsoft.com/office/officeart/2005/8/layout/hierarchy2"/>
    <dgm:cxn modelId="{BDC6927E-D4D0-4535-99E8-9A2FD46EE285}" type="presParOf" srcId="{BA338335-EBF2-40DA-94D5-46B1C2750152}" destId="{AFF46303-86A9-4103-82CD-50A13666AA43}" srcOrd="1" destOrd="0" presId="urn:microsoft.com/office/officeart/2005/8/layout/hierarchy2"/>
    <dgm:cxn modelId="{5C004E67-86A9-4A34-A229-63C2DF55B9AB}" type="presParOf" srcId="{AFF46303-86A9-4103-82CD-50A13666AA43}" destId="{1DE682A1-7FDE-4A72-A64D-C796773943FD}" srcOrd="0" destOrd="0" presId="urn:microsoft.com/office/officeart/2005/8/layout/hierarchy2"/>
    <dgm:cxn modelId="{63AB5BDD-572D-4620-A33B-3B1D976580F8}" type="presParOf" srcId="{AFF46303-86A9-4103-82CD-50A13666AA43}" destId="{FA714311-85F2-4C72-AEE8-94B9F1E33E50}" srcOrd="1" destOrd="0" presId="urn:microsoft.com/office/officeart/2005/8/layout/hierarchy2"/>
    <dgm:cxn modelId="{5D57F656-BD38-4F2C-BAF3-30E097ECA082}" type="presParOf" srcId="{FA714311-85F2-4C72-AEE8-94B9F1E33E50}" destId="{8D32BC53-CFDD-4548-807B-718C0D766F79}" srcOrd="0" destOrd="0" presId="urn:microsoft.com/office/officeart/2005/8/layout/hierarchy2"/>
    <dgm:cxn modelId="{BB4199C3-422F-4815-93FC-A9D6B29ECBAA}" type="presParOf" srcId="{8D32BC53-CFDD-4548-807B-718C0D766F79}" destId="{DFDAAFC1-E432-422C-8237-C4FCD2F0F5A2}" srcOrd="0" destOrd="0" presId="urn:microsoft.com/office/officeart/2005/8/layout/hierarchy2"/>
    <dgm:cxn modelId="{2ACEFE21-599C-40D1-92C9-8F671DDAFC02}" type="presParOf" srcId="{FA714311-85F2-4C72-AEE8-94B9F1E33E50}" destId="{7CD6411B-2FC6-4083-807D-9FC487182710}" srcOrd="1" destOrd="0" presId="urn:microsoft.com/office/officeart/2005/8/layout/hierarchy2"/>
    <dgm:cxn modelId="{26AF8BE3-B573-4DE3-A491-5FDDB455CCEB}" type="presParOf" srcId="{7CD6411B-2FC6-4083-807D-9FC487182710}" destId="{A005F396-7B8B-4CF7-8B31-4668F30C80FC}" srcOrd="0" destOrd="0" presId="urn:microsoft.com/office/officeart/2005/8/layout/hierarchy2"/>
    <dgm:cxn modelId="{8D619892-D5CC-40BE-B5F9-A6F4A4FA262D}" type="presParOf" srcId="{7CD6411B-2FC6-4083-807D-9FC487182710}" destId="{52AEBEFF-9A0B-47B2-B793-ECEF3FED5EB0}" srcOrd="1" destOrd="0" presId="urn:microsoft.com/office/officeart/2005/8/layout/hierarchy2"/>
    <dgm:cxn modelId="{5432B5BF-36A1-4806-A1EE-C5AADE79AC7A}" type="presParOf" srcId="{A885FD80-5049-46F6-822F-4B47CD0C7031}" destId="{FF15DE8A-108B-4103-9435-160E8C0CAFF1}" srcOrd="2" destOrd="0" presId="urn:microsoft.com/office/officeart/2005/8/layout/hierarchy2"/>
    <dgm:cxn modelId="{A6ADAAEC-F130-4395-B23B-F7B864BE1817}" type="presParOf" srcId="{FF15DE8A-108B-4103-9435-160E8C0CAFF1}" destId="{4C7D5F92-7EA8-4F84-B93B-D8627A2AF719}" srcOrd="0" destOrd="0" presId="urn:microsoft.com/office/officeart/2005/8/layout/hierarchy2"/>
    <dgm:cxn modelId="{7CE1B446-A5B0-4293-91F2-A1653D535B1E}" type="presParOf" srcId="{A885FD80-5049-46F6-822F-4B47CD0C7031}" destId="{A6884029-8655-4894-95D7-353410DEED57}" srcOrd="3" destOrd="0" presId="urn:microsoft.com/office/officeart/2005/8/layout/hierarchy2"/>
    <dgm:cxn modelId="{B8A696C4-A5A9-41F0-AAF7-58BBBCD2D497}" type="presParOf" srcId="{A6884029-8655-4894-95D7-353410DEED57}" destId="{0EF51B77-EE98-430C-991B-79212E4A1CCE}" srcOrd="0" destOrd="0" presId="urn:microsoft.com/office/officeart/2005/8/layout/hierarchy2"/>
    <dgm:cxn modelId="{6C90A17D-B5CE-41F9-868E-F8862C2BEFEF}" type="presParOf" srcId="{A6884029-8655-4894-95D7-353410DEED57}" destId="{A64F3001-38A5-4917-B9CD-5CEA5F60223C}" srcOrd="1" destOrd="0" presId="urn:microsoft.com/office/officeart/2005/8/layout/hierarchy2"/>
    <dgm:cxn modelId="{849FC965-C0E6-4207-9D84-BA7741E28C63}" type="presParOf" srcId="{A64F3001-38A5-4917-B9CD-5CEA5F60223C}" destId="{ADE0A638-4FC9-4570-8B33-6A63AE304556}" srcOrd="0" destOrd="0" presId="urn:microsoft.com/office/officeart/2005/8/layout/hierarchy2"/>
    <dgm:cxn modelId="{BCC4D036-938E-4FEF-A276-B0BB9FDF048C}" type="presParOf" srcId="{ADE0A638-4FC9-4570-8B33-6A63AE304556}" destId="{2F85D43F-6029-473B-965C-B84FED544B76}" srcOrd="0" destOrd="0" presId="urn:microsoft.com/office/officeart/2005/8/layout/hierarchy2"/>
    <dgm:cxn modelId="{690DAF85-5DA3-42D5-B7FA-50F5443A3170}" type="presParOf" srcId="{A64F3001-38A5-4917-B9CD-5CEA5F60223C}" destId="{5E34E727-C05B-4EF2-BD71-A677C0AFD68D}" srcOrd="1" destOrd="0" presId="urn:microsoft.com/office/officeart/2005/8/layout/hierarchy2"/>
    <dgm:cxn modelId="{CFD357DD-5B47-4990-B433-0C509EBBCA82}" type="presParOf" srcId="{5E34E727-C05B-4EF2-BD71-A677C0AFD68D}" destId="{23D3FD7A-DB03-4F4A-B3C2-7D9EFD153636}" srcOrd="0" destOrd="0" presId="urn:microsoft.com/office/officeart/2005/8/layout/hierarchy2"/>
    <dgm:cxn modelId="{DB2E11E7-7585-459E-8FC7-0703D9207046}" type="presParOf" srcId="{5E34E727-C05B-4EF2-BD71-A677C0AFD68D}" destId="{36416E39-9A79-4242-A3EE-2D5C36105D00}" srcOrd="1" destOrd="0" presId="urn:microsoft.com/office/officeart/2005/8/layout/hierarchy2"/>
    <dgm:cxn modelId="{B0C60660-BE3C-425B-8CCE-70C59AD06C23}" type="presParOf" srcId="{36416E39-9A79-4242-A3EE-2D5C36105D00}" destId="{08387D62-7C8D-49D8-976E-5788F30D77B9}" srcOrd="0" destOrd="0" presId="urn:microsoft.com/office/officeart/2005/8/layout/hierarchy2"/>
    <dgm:cxn modelId="{E024240A-142D-4A5A-8FA4-2920936BA103}" type="presParOf" srcId="{08387D62-7C8D-49D8-976E-5788F30D77B9}" destId="{AA2CE279-3B8C-449C-A559-C6F3B41D8B30}" srcOrd="0" destOrd="0" presId="urn:microsoft.com/office/officeart/2005/8/layout/hierarchy2"/>
    <dgm:cxn modelId="{708A53E5-F728-498A-B048-631167362E4E}" type="presParOf" srcId="{36416E39-9A79-4242-A3EE-2D5C36105D00}" destId="{B7B73640-D800-45AE-AF81-219953D2192B}" srcOrd="1" destOrd="0" presId="urn:microsoft.com/office/officeart/2005/8/layout/hierarchy2"/>
    <dgm:cxn modelId="{3F421B43-166A-48E7-8875-66B2482DFC99}" type="presParOf" srcId="{B7B73640-D800-45AE-AF81-219953D2192B}" destId="{A92EDDF5-BA3E-488A-8AA2-AB2C7D1F90CA}" srcOrd="0" destOrd="0" presId="urn:microsoft.com/office/officeart/2005/8/layout/hierarchy2"/>
    <dgm:cxn modelId="{18D461C0-DF93-463B-8B30-8E0F547E980B}" type="presParOf" srcId="{B7B73640-D800-45AE-AF81-219953D2192B}" destId="{5FCC8934-A193-4B67-ABA5-E47A30683059}" srcOrd="1" destOrd="0" presId="urn:microsoft.com/office/officeart/2005/8/layout/hierarchy2"/>
    <dgm:cxn modelId="{F6301BD6-67B1-4A0A-851E-58D813CC7B96}" type="presParOf" srcId="{5FCC8934-A193-4B67-ABA5-E47A30683059}" destId="{4721D9F9-513F-4A68-AD5E-1115171211DA}" srcOrd="0" destOrd="0" presId="urn:microsoft.com/office/officeart/2005/8/layout/hierarchy2"/>
    <dgm:cxn modelId="{59417C86-2E80-421E-900B-7A2DC2AF2E02}" type="presParOf" srcId="{4721D9F9-513F-4A68-AD5E-1115171211DA}" destId="{8C641DC5-D378-4142-B697-81C5E3E7ADD7}" srcOrd="0" destOrd="0" presId="urn:microsoft.com/office/officeart/2005/8/layout/hierarchy2"/>
    <dgm:cxn modelId="{D7A0CB77-19A3-40A7-A780-ECA15A7973AC}" type="presParOf" srcId="{5FCC8934-A193-4B67-ABA5-E47A30683059}" destId="{9204462F-5D3D-4FF2-98E4-2FAF6B6AF5D9}" srcOrd="1" destOrd="0" presId="urn:microsoft.com/office/officeart/2005/8/layout/hierarchy2"/>
    <dgm:cxn modelId="{D1864C68-A520-4E08-9BF8-4E842A1ACBEE}" type="presParOf" srcId="{9204462F-5D3D-4FF2-98E4-2FAF6B6AF5D9}" destId="{CD3B3740-C4F0-416E-B5D8-3F517E49DB03}" srcOrd="0" destOrd="0" presId="urn:microsoft.com/office/officeart/2005/8/layout/hierarchy2"/>
    <dgm:cxn modelId="{E36E5177-AF0B-4425-9836-548827A66B74}" type="presParOf" srcId="{9204462F-5D3D-4FF2-98E4-2FAF6B6AF5D9}" destId="{485839C6-0788-4C1B-B2BC-570B25954C90}" srcOrd="1" destOrd="0" presId="urn:microsoft.com/office/officeart/2005/8/layout/hierarchy2"/>
    <dgm:cxn modelId="{EDA433E4-078A-4876-A73C-8ACCAD1B6165}" type="presParOf" srcId="{4CBC7919-701A-42B3-95F8-EF04753E5630}" destId="{6A7C1F62-9D61-4C05-AFF6-CFC595A786C3}" srcOrd="2" destOrd="0" presId="urn:microsoft.com/office/officeart/2005/8/layout/hierarchy2"/>
    <dgm:cxn modelId="{88424F05-D63C-45C2-BC3C-9A869B2344F7}" type="presParOf" srcId="{6A7C1F62-9D61-4C05-AFF6-CFC595A786C3}" destId="{EDBF02E4-AF3B-4434-AE2F-85F0E5FDFC2B}" srcOrd="0" destOrd="0" presId="urn:microsoft.com/office/officeart/2005/8/layout/hierarchy2"/>
    <dgm:cxn modelId="{29848E15-9A70-40FD-9645-810620301B8D}" type="presParOf" srcId="{4CBC7919-701A-42B3-95F8-EF04753E5630}" destId="{AB62A815-EB43-4D6B-9B55-784F7F6B5989}" srcOrd="3" destOrd="0" presId="urn:microsoft.com/office/officeart/2005/8/layout/hierarchy2"/>
    <dgm:cxn modelId="{57361981-9920-4590-B0A6-6E2C745339C2}" type="presParOf" srcId="{AB62A815-EB43-4D6B-9B55-784F7F6B5989}" destId="{0B7BDC0B-E055-47F3-89B0-37F4B8321BC1}" srcOrd="0" destOrd="0" presId="urn:microsoft.com/office/officeart/2005/8/layout/hierarchy2"/>
    <dgm:cxn modelId="{D9EB0A02-4BB8-4B8D-928B-A3C3EEC3F1B3}" type="presParOf" srcId="{AB62A815-EB43-4D6B-9B55-784F7F6B5989}" destId="{F9374A88-9AF6-4100-B269-21E86291FD8D}" srcOrd="1" destOrd="0" presId="urn:microsoft.com/office/officeart/2005/8/layout/hierarchy2"/>
    <dgm:cxn modelId="{58F04DCB-3C06-47D5-A3D6-D281CB768BDE}" type="presParOf" srcId="{F9374A88-9AF6-4100-B269-21E86291FD8D}" destId="{AF34CABA-DBD3-4C6C-A682-F072342E3B32}" srcOrd="0" destOrd="0" presId="urn:microsoft.com/office/officeart/2005/8/layout/hierarchy2"/>
    <dgm:cxn modelId="{498189FF-51B1-4DA0-8235-8DCB5D588968}" type="presParOf" srcId="{AF34CABA-DBD3-4C6C-A682-F072342E3B32}" destId="{AF5C4419-0C14-406D-947E-D19BC51119A3}" srcOrd="0" destOrd="0" presId="urn:microsoft.com/office/officeart/2005/8/layout/hierarchy2"/>
    <dgm:cxn modelId="{812F664C-DA77-477F-8CBA-F807B487519F}" type="presParOf" srcId="{F9374A88-9AF6-4100-B269-21E86291FD8D}" destId="{456DF257-C37D-4721-BFB8-4712E6642579}" srcOrd="1" destOrd="0" presId="urn:microsoft.com/office/officeart/2005/8/layout/hierarchy2"/>
    <dgm:cxn modelId="{3F1932B4-40E7-41CB-AB0C-5473477BAF4F}" type="presParOf" srcId="{456DF257-C37D-4721-BFB8-4712E6642579}" destId="{2363E6D0-E434-4ED4-A326-552EE14A286A}" srcOrd="0" destOrd="0" presId="urn:microsoft.com/office/officeart/2005/8/layout/hierarchy2"/>
    <dgm:cxn modelId="{EDBD0ED9-5C32-4BD8-A95B-2B706FD8436D}" type="presParOf" srcId="{456DF257-C37D-4721-BFB8-4712E6642579}" destId="{0215E988-DAC1-4213-B5B8-5B7296C1F5D8}" srcOrd="1" destOrd="0" presId="urn:microsoft.com/office/officeart/2005/8/layout/hierarchy2"/>
    <dgm:cxn modelId="{5AF400BF-EAA9-4619-AD3B-5D92B31B57A7}" type="presParOf" srcId="{0215E988-DAC1-4213-B5B8-5B7296C1F5D8}" destId="{DCB3CBD2-5C34-4782-B82B-EE9A56E82514}" srcOrd="0" destOrd="0" presId="urn:microsoft.com/office/officeart/2005/8/layout/hierarchy2"/>
    <dgm:cxn modelId="{EE6629CA-DCA3-4424-989A-A02F8826A055}" type="presParOf" srcId="{DCB3CBD2-5C34-4782-B82B-EE9A56E82514}" destId="{60E8C9CC-7436-4102-A819-5F4FDCDF4521}" srcOrd="0" destOrd="0" presId="urn:microsoft.com/office/officeart/2005/8/layout/hierarchy2"/>
    <dgm:cxn modelId="{CC0D9411-5AF6-43F3-AE40-2ECECB073D24}" type="presParOf" srcId="{0215E988-DAC1-4213-B5B8-5B7296C1F5D8}" destId="{C617F3B0-6149-4974-8B03-1DF1EE655D2D}" srcOrd="1" destOrd="0" presId="urn:microsoft.com/office/officeart/2005/8/layout/hierarchy2"/>
    <dgm:cxn modelId="{2E6534A2-708D-4DB0-8793-0DE942850BE5}" type="presParOf" srcId="{C617F3B0-6149-4974-8B03-1DF1EE655D2D}" destId="{E7313820-7B36-4F3F-9204-D3C2897F16EF}" srcOrd="0" destOrd="0" presId="urn:microsoft.com/office/officeart/2005/8/layout/hierarchy2"/>
    <dgm:cxn modelId="{CA0CEF32-17B1-4A03-AEC8-A888A87C30EB}" type="presParOf" srcId="{C617F3B0-6149-4974-8B03-1DF1EE655D2D}" destId="{8C92A88B-6B5E-49D6-A7FD-0297FB145345}" srcOrd="1" destOrd="0" presId="urn:microsoft.com/office/officeart/2005/8/layout/hierarchy2"/>
    <dgm:cxn modelId="{A4E01A2E-C7FD-4D1E-B077-5BF3320D9130}" type="presParOf" srcId="{8C92A88B-6B5E-49D6-A7FD-0297FB145345}" destId="{EE09D64E-1C30-4F64-A1AA-68248F7C3361}" srcOrd="0" destOrd="0" presId="urn:microsoft.com/office/officeart/2005/8/layout/hierarchy2"/>
    <dgm:cxn modelId="{2DC30D70-D19A-4AE4-BE2F-C7A754CB44E4}" type="presParOf" srcId="{EE09D64E-1C30-4F64-A1AA-68248F7C3361}" destId="{82ED734C-1548-4D81-92B2-24B59ECACC38}" srcOrd="0" destOrd="0" presId="urn:microsoft.com/office/officeart/2005/8/layout/hierarchy2"/>
    <dgm:cxn modelId="{C64EED5D-28A4-4AA3-81C2-804DD082F65A}" type="presParOf" srcId="{8C92A88B-6B5E-49D6-A7FD-0297FB145345}" destId="{0890FB44-ECEB-4DEB-99D7-C4325280D9F9}" srcOrd="1" destOrd="0" presId="urn:microsoft.com/office/officeart/2005/8/layout/hierarchy2"/>
    <dgm:cxn modelId="{F5DD3129-C056-42B5-B0A5-E7652A3EE81A}" type="presParOf" srcId="{0890FB44-ECEB-4DEB-99D7-C4325280D9F9}" destId="{18D83C79-0051-4EF7-B906-67D2312607C0}" srcOrd="0" destOrd="0" presId="urn:microsoft.com/office/officeart/2005/8/layout/hierarchy2"/>
    <dgm:cxn modelId="{B469EC02-11C9-449E-B48A-55147DB36349}" type="presParOf" srcId="{0890FB44-ECEB-4DEB-99D7-C4325280D9F9}" destId="{8602BFA4-03C7-4F32-81CB-144CA08CE927}" srcOrd="1" destOrd="0" presId="urn:microsoft.com/office/officeart/2005/8/layout/hierarchy2"/>
    <dgm:cxn modelId="{3E5B4E95-7790-4C29-A948-D0C3109E7108}" type="presParOf" srcId="{8602BFA4-03C7-4F32-81CB-144CA08CE927}" destId="{1654903A-E208-457A-A1CC-CBEDDD94329E}" srcOrd="0" destOrd="0" presId="urn:microsoft.com/office/officeart/2005/8/layout/hierarchy2"/>
    <dgm:cxn modelId="{9E39FA73-DE88-4EA6-BF6A-63F904795629}" type="presParOf" srcId="{1654903A-E208-457A-A1CC-CBEDDD94329E}" destId="{F75AD965-0905-463E-B6B0-1E446882514F}" srcOrd="0" destOrd="0" presId="urn:microsoft.com/office/officeart/2005/8/layout/hierarchy2"/>
    <dgm:cxn modelId="{8010D979-9ADA-4B78-907C-D00E22A1463E}" type="presParOf" srcId="{8602BFA4-03C7-4F32-81CB-144CA08CE927}" destId="{81648F17-2477-4CA9-ABA6-88ECE4A0A4DE}" srcOrd="1" destOrd="0" presId="urn:microsoft.com/office/officeart/2005/8/layout/hierarchy2"/>
    <dgm:cxn modelId="{BF12E2C1-B5F4-4F88-864E-2EAD5AE9F747}" type="presParOf" srcId="{81648F17-2477-4CA9-ABA6-88ECE4A0A4DE}" destId="{B6ABF92F-2943-4BE6-89EB-5FE693DC86C9}" srcOrd="0" destOrd="0" presId="urn:microsoft.com/office/officeart/2005/8/layout/hierarchy2"/>
    <dgm:cxn modelId="{329EB791-56D1-4069-AAA4-A119B99892F4}" type="presParOf" srcId="{81648F17-2477-4CA9-ABA6-88ECE4A0A4DE}" destId="{E07FD3D4-D245-482C-BFD4-6F79247F86ED}" srcOrd="1" destOrd="0" presId="urn:microsoft.com/office/officeart/2005/8/layout/hierarchy2"/>
    <dgm:cxn modelId="{299B422F-23B2-4DE8-B593-DE3F3DFF4DC0}" type="presParOf" srcId="{F9374A88-9AF6-4100-B269-21E86291FD8D}" destId="{6960745D-99E7-43C8-9A5A-C6C0FB97A1C6}" srcOrd="2" destOrd="0" presId="urn:microsoft.com/office/officeart/2005/8/layout/hierarchy2"/>
    <dgm:cxn modelId="{55C462FD-154C-4ADC-9332-8141535AE4E7}" type="presParOf" srcId="{6960745D-99E7-43C8-9A5A-C6C0FB97A1C6}" destId="{77107446-3B04-4B8A-9EF8-40E6D48F8905}" srcOrd="0" destOrd="0" presId="urn:microsoft.com/office/officeart/2005/8/layout/hierarchy2"/>
    <dgm:cxn modelId="{D7303679-EB53-4150-B6B2-48E02D937708}" type="presParOf" srcId="{F9374A88-9AF6-4100-B269-21E86291FD8D}" destId="{AF65601C-28DF-4E2E-B254-73AA569757C6}" srcOrd="3" destOrd="0" presId="urn:microsoft.com/office/officeart/2005/8/layout/hierarchy2"/>
    <dgm:cxn modelId="{049960E8-38C4-47EE-963A-6D18FAB6F025}" type="presParOf" srcId="{AF65601C-28DF-4E2E-B254-73AA569757C6}" destId="{8ED392CA-FCFF-4690-828B-BE3B933F3C00}" srcOrd="0" destOrd="0" presId="urn:microsoft.com/office/officeart/2005/8/layout/hierarchy2"/>
    <dgm:cxn modelId="{FCCDE0BF-347C-464E-8269-631A9042D7C0}" type="presParOf" srcId="{AF65601C-28DF-4E2E-B254-73AA569757C6}" destId="{7DA86A27-F88B-4785-94D3-BC8C190EFBCC}" srcOrd="1" destOrd="0" presId="urn:microsoft.com/office/officeart/2005/8/layout/hierarchy2"/>
    <dgm:cxn modelId="{2C76BA91-90AE-41F1-BDDD-46AECE2A5AD7}" type="presParOf" srcId="{7DA86A27-F88B-4785-94D3-BC8C190EFBCC}" destId="{9CE9722A-5397-4C5F-ADDA-1701C1478832}" srcOrd="0" destOrd="0" presId="urn:microsoft.com/office/officeart/2005/8/layout/hierarchy2"/>
    <dgm:cxn modelId="{34A6545B-217C-496F-95AE-559CD2CD57E9}" type="presParOf" srcId="{9CE9722A-5397-4C5F-ADDA-1701C1478832}" destId="{861EBBB0-4C0C-4D6D-819B-C3B1993B0363}" srcOrd="0" destOrd="0" presId="urn:microsoft.com/office/officeart/2005/8/layout/hierarchy2"/>
    <dgm:cxn modelId="{AE83188A-997F-4044-AD6D-C655D1D5ECCA}" type="presParOf" srcId="{7DA86A27-F88B-4785-94D3-BC8C190EFBCC}" destId="{F48EA1D0-342B-4FEA-9998-C51DF684CD68}" srcOrd="1" destOrd="0" presId="urn:microsoft.com/office/officeart/2005/8/layout/hierarchy2"/>
    <dgm:cxn modelId="{C1C4785B-CAB3-4B16-9166-3C1B25F53794}" type="presParOf" srcId="{F48EA1D0-342B-4FEA-9998-C51DF684CD68}" destId="{6B184564-8849-4530-AE42-288ACB0F07DF}" srcOrd="0" destOrd="0" presId="urn:microsoft.com/office/officeart/2005/8/layout/hierarchy2"/>
    <dgm:cxn modelId="{97EF17EE-3169-47FC-B916-A927E7D4396F}" type="presParOf" srcId="{F48EA1D0-342B-4FEA-9998-C51DF684CD68}" destId="{0014C7E6-8A05-4895-A813-5EE915CF2E57}" srcOrd="1" destOrd="0" presId="urn:microsoft.com/office/officeart/2005/8/layout/hierarchy2"/>
    <dgm:cxn modelId="{23647147-F9E0-45EA-A383-C3046258F100}" type="presParOf" srcId="{0014C7E6-8A05-4895-A813-5EE915CF2E57}" destId="{32FA6E10-3DA6-499F-90E1-595A30B31694}" srcOrd="0" destOrd="0" presId="urn:microsoft.com/office/officeart/2005/8/layout/hierarchy2"/>
    <dgm:cxn modelId="{E461C245-9652-4703-AAF6-39FE1818C270}" type="presParOf" srcId="{32FA6E10-3DA6-499F-90E1-595A30B31694}" destId="{6C3BA86C-D5E4-436E-8767-E686C73FAFEA}" srcOrd="0" destOrd="0" presId="urn:microsoft.com/office/officeart/2005/8/layout/hierarchy2"/>
    <dgm:cxn modelId="{246973BA-58D9-44FE-82D1-CA2AA06D530E}" type="presParOf" srcId="{0014C7E6-8A05-4895-A813-5EE915CF2E57}" destId="{7C8B4E72-8CC9-4E33-8A35-90A856BF9642}" srcOrd="1" destOrd="0" presId="urn:microsoft.com/office/officeart/2005/8/layout/hierarchy2"/>
    <dgm:cxn modelId="{ECD25C6A-4F16-4EEF-BCB2-59BC53FAFF34}" type="presParOf" srcId="{7C8B4E72-8CC9-4E33-8A35-90A856BF9642}" destId="{67923EC5-1A82-4636-8192-8BC34D8AC961}" srcOrd="0" destOrd="0" presId="urn:microsoft.com/office/officeart/2005/8/layout/hierarchy2"/>
    <dgm:cxn modelId="{DA5C75D5-E08E-4EF9-9612-E38C57BB58C1}" type="presParOf" srcId="{7C8B4E72-8CC9-4E33-8A35-90A856BF9642}" destId="{DA5CF194-037C-4329-A041-0750DEE1740F}" srcOrd="1" destOrd="0" presId="urn:microsoft.com/office/officeart/2005/8/layout/hierarchy2"/>
    <dgm:cxn modelId="{F399E8FE-7206-476B-A1D5-37032A15AFFC}" type="presParOf" srcId="{DA5CF194-037C-4329-A041-0750DEE1740F}" destId="{3BA1D1FC-447D-4589-83CE-0D007000D8EC}" srcOrd="0" destOrd="0" presId="urn:microsoft.com/office/officeart/2005/8/layout/hierarchy2"/>
    <dgm:cxn modelId="{E4C919B2-EEBE-4D7D-A343-CDF3A9AABF6D}" type="presParOf" srcId="{3BA1D1FC-447D-4589-83CE-0D007000D8EC}" destId="{B5F06659-B423-4D73-BFB2-6F3720C39A3D}" srcOrd="0" destOrd="0" presId="urn:microsoft.com/office/officeart/2005/8/layout/hierarchy2"/>
    <dgm:cxn modelId="{27802996-3969-4C9B-B9DC-B520EC63988D}" type="presParOf" srcId="{DA5CF194-037C-4329-A041-0750DEE1740F}" destId="{C81C521E-8D56-49BB-A836-2F4C4C553FB9}" srcOrd="1" destOrd="0" presId="urn:microsoft.com/office/officeart/2005/8/layout/hierarchy2"/>
    <dgm:cxn modelId="{DB92F129-FE8D-456F-9A06-9DC63246AC46}" type="presParOf" srcId="{C81C521E-8D56-49BB-A836-2F4C4C553FB9}" destId="{CC3D4702-9C3C-498C-AEC8-F6F7882F24D1}" srcOrd="0" destOrd="0" presId="urn:microsoft.com/office/officeart/2005/8/layout/hierarchy2"/>
    <dgm:cxn modelId="{68FA6FD0-2CB9-4954-B080-880971E289F0}" type="presParOf" srcId="{C81C521E-8D56-49BB-A836-2F4C4C553FB9}" destId="{87BCD46E-8D59-4D97-945B-97972BC1BE02}" srcOrd="1" destOrd="0" presId="urn:microsoft.com/office/officeart/2005/8/layout/hierarchy2"/>
    <dgm:cxn modelId="{5DF46B21-EE78-45B4-98BA-BB41DEB403DD}" type="presParOf" srcId="{4CBC7919-701A-42B3-95F8-EF04753E5630}" destId="{B81AEA4D-F842-42F5-ACA6-3B2DF0708E43}" srcOrd="4" destOrd="0" presId="urn:microsoft.com/office/officeart/2005/8/layout/hierarchy2"/>
    <dgm:cxn modelId="{F4717BDB-1E58-4D41-9A04-1175B2A9D5C0}" type="presParOf" srcId="{B81AEA4D-F842-42F5-ACA6-3B2DF0708E43}" destId="{4A650662-F8E2-4A64-A070-927CE355ED0E}" srcOrd="0" destOrd="0" presId="urn:microsoft.com/office/officeart/2005/8/layout/hierarchy2"/>
    <dgm:cxn modelId="{CDE61D79-75CE-4066-B774-D323C0460C36}" type="presParOf" srcId="{4CBC7919-701A-42B3-95F8-EF04753E5630}" destId="{5E85BD99-11FB-4120-87F6-B3F614C7B9C5}" srcOrd="5" destOrd="0" presId="urn:microsoft.com/office/officeart/2005/8/layout/hierarchy2"/>
    <dgm:cxn modelId="{EA361E7F-72F5-49A5-A401-1866EDDA82A2}" type="presParOf" srcId="{5E85BD99-11FB-4120-87F6-B3F614C7B9C5}" destId="{6757B67B-C447-46B1-987F-3B53876B5F5E}" srcOrd="0" destOrd="0" presId="urn:microsoft.com/office/officeart/2005/8/layout/hierarchy2"/>
    <dgm:cxn modelId="{4E47EBF9-A81B-4BDD-97C6-9AC2ABBB4570}" type="presParOf" srcId="{5E85BD99-11FB-4120-87F6-B3F614C7B9C5}" destId="{02927668-54A2-474F-AEC6-62289B4868DB}" srcOrd="1" destOrd="0" presId="urn:microsoft.com/office/officeart/2005/8/layout/hierarchy2"/>
    <dgm:cxn modelId="{AD137E53-E961-458C-A63E-11974D66E8C0}" type="presParOf" srcId="{02927668-54A2-474F-AEC6-62289B4868DB}" destId="{A45268D2-F764-40E2-B422-F53E4070FB34}" srcOrd="0" destOrd="0" presId="urn:microsoft.com/office/officeart/2005/8/layout/hierarchy2"/>
    <dgm:cxn modelId="{A82A5F35-4813-4A47-90E4-0D9008580AEE}" type="presParOf" srcId="{A45268D2-F764-40E2-B422-F53E4070FB34}" destId="{9F16E0CD-F2B5-46DC-8AB3-EF09A1CAEC13}" srcOrd="0" destOrd="0" presId="urn:microsoft.com/office/officeart/2005/8/layout/hierarchy2"/>
    <dgm:cxn modelId="{04B75FB4-6B8A-40D0-835C-5301D377A9A9}" type="presParOf" srcId="{02927668-54A2-474F-AEC6-62289B4868DB}" destId="{8329514A-0257-46CA-ACB2-00D9E2F168F1}" srcOrd="1" destOrd="0" presId="urn:microsoft.com/office/officeart/2005/8/layout/hierarchy2"/>
    <dgm:cxn modelId="{F54B6A4D-41A2-4FFB-BDAE-DCEB2352B33D}" type="presParOf" srcId="{8329514A-0257-46CA-ACB2-00D9E2F168F1}" destId="{9ABF3F1D-5066-4C90-ACBE-8307823FA345}" srcOrd="0" destOrd="0" presId="urn:microsoft.com/office/officeart/2005/8/layout/hierarchy2"/>
    <dgm:cxn modelId="{5D310B63-9204-44A7-81E6-378F25A85DF5}" type="presParOf" srcId="{8329514A-0257-46CA-ACB2-00D9E2F168F1}" destId="{5AFD1A87-5F44-4761-AC44-4978E46D536B}" srcOrd="1" destOrd="0" presId="urn:microsoft.com/office/officeart/2005/8/layout/hierarchy2"/>
    <dgm:cxn modelId="{A1742CB3-7B19-4CED-9E02-B3E87950FF5E}" type="presParOf" srcId="{5AFD1A87-5F44-4761-AC44-4978E46D536B}" destId="{FCC85448-7F1E-4BD8-BAC4-9F071FBF890B}" srcOrd="0" destOrd="0" presId="urn:microsoft.com/office/officeart/2005/8/layout/hierarchy2"/>
    <dgm:cxn modelId="{920DBF65-9D8D-44FA-B347-55556295583F}" type="presParOf" srcId="{FCC85448-7F1E-4BD8-BAC4-9F071FBF890B}" destId="{5570BDA1-789F-47FB-9DF7-16BAAE2382F4}" srcOrd="0" destOrd="0" presId="urn:microsoft.com/office/officeart/2005/8/layout/hierarchy2"/>
    <dgm:cxn modelId="{9C2E0FE5-2ECD-408E-9069-5C775DB286CD}" type="presParOf" srcId="{5AFD1A87-5F44-4761-AC44-4978E46D536B}" destId="{229B3E9B-9F20-4F02-AB6A-4C722DCE75BE}" srcOrd="1" destOrd="0" presId="urn:microsoft.com/office/officeart/2005/8/layout/hierarchy2"/>
    <dgm:cxn modelId="{06344C86-9D8A-4FE2-98EB-2A17719F89EF}" type="presParOf" srcId="{229B3E9B-9F20-4F02-AB6A-4C722DCE75BE}" destId="{C24096E2-79B3-4B82-98F7-7ADAA55AD4C0}" srcOrd="0" destOrd="0" presId="urn:microsoft.com/office/officeart/2005/8/layout/hierarchy2"/>
    <dgm:cxn modelId="{AC7CA4B6-3A88-4E26-892E-6A6C6F52F4CE}" type="presParOf" srcId="{229B3E9B-9F20-4F02-AB6A-4C722DCE75BE}" destId="{D2A5D086-D498-42C4-A449-357B26DB46C5}" srcOrd="1" destOrd="0" presId="urn:microsoft.com/office/officeart/2005/8/layout/hierarchy2"/>
    <dgm:cxn modelId="{57BEE59D-0E96-4DB3-9AC2-665EED1F7A9A}" type="presParOf" srcId="{D2A5D086-D498-42C4-A449-357B26DB46C5}" destId="{653AA061-F4D5-4CAE-A483-83539DC88983}" srcOrd="0" destOrd="0" presId="urn:microsoft.com/office/officeart/2005/8/layout/hierarchy2"/>
    <dgm:cxn modelId="{C7C5474A-429A-4F7E-81AA-3CFA449B28A7}" type="presParOf" srcId="{653AA061-F4D5-4CAE-A483-83539DC88983}" destId="{ADD263BA-CF78-475F-B613-222A97DFE151}" srcOrd="0" destOrd="0" presId="urn:microsoft.com/office/officeart/2005/8/layout/hierarchy2"/>
    <dgm:cxn modelId="{D2A10DBE-89DE-4B73-95D1-69026E2F8425}" type="presParOf" srcId="{D2A5D086-D498-42C4-A449-357B26DB46C5}" destId="{A42AC89F-992B-4D9B-BE48-E0D5878DE4FA}" srcOrd="1" destOrd="0" presId="urn:microsoft.com/office/officeart/2005/8/layout/hierarchy2"/>
    <dgm:cxn modelId="{7C25B419-DD1D-41B9-A8B1-8763AF62F404}" type="presParOf" srcId="{A42AC89F-992B-4D9B-BE48-E0D5878DE4FA}" destId="{305C50A6-4154-4CD6-A44C-FB2BE6438478}" srcOrd="0" destOrd="0" presId="urn:microsoft.com/office/officeart/2005/8/layout/hierarchy2"/>
    <dgm:cxn modelId="{3DF658A7-7A72-4833-A2C7-C1958ABBEF2B}" type="presParOf" srcId="{A42AC89F-992B-4D9B-BE48-E0D5878DE4FA}" destId="{3A827DBF-8B02-4A9B-A65A-894EC6AA72D6}" srcOrd="1" destOrd="0" presId="urn:microsoft.com/office/officeart/2005/8/layout/hierarchy2"/>
    <dgm:cxn modelId="{D57E2EB8-EC08-4762-83B6-5D827D9AC544}" type="presParOf" srcId="{3A827DBF-8B02-4A9B-A65A-894EC6AA72D6}" destId="{B0419EB2-F1F3-4FCB-8EA2-11AA6C3F2CD2}" srcOrd="0" destOrd="0" presId="urn:microsoft.com/office/officeart/2005/8/layout/hierarchy2"/>
    <dgm:cxn modelId="{4F44F8E2-B9B7-451B-A379-DC0CE59B9A60}" type="presParOf" srcId="{B0419EB2-F1F3-4FCB-8EA2-11AA6C3F2CD2}" destId="{6B594819-E909-4927-8BEF-B1D09B8538E1}" srcOrd="0" destOrd="0" presId="urn:microsoft.com/office/officeart/2005/8/layout/hierarchy2"/>
    <dgm:cxn modelId="{56904DF9-B65F-4CA9-B4C9-FDBCD3411D44}" type="presParOf" srcId="{3A827DBF-8B02-4A9B-A65A-894EC6AA72D6}" destId="{E5130DBB-B150-4F58-A9FC-B2BAE9CA7132}" srcOrd="1" destOrd="0" presId="urn:microsoft.com/office/officeart/2005/8/layout/hierarchy2"/>
    <dgm:cxn modelId="{4D77F609-1C5A-4A74-A533-0F328EDF3289}" type="presParOf" srcId="{E5130DBB-B150-4F58-A9FC-B2BAE9CA7132}" destId="{6D67B017-886E-4AD2-983B-3B85AA78CC30}" srcOrd="0" destOrd="0" presId="urn:microsoft.com/office/officeart/2005/8/layout/hierarchy2"/>
    <dgm:cxn modelId="{EF432BD4-9133-4C66-B2CE-94128D706528}" type="presParOf" srcId="{E5130DBB-B150-4F58-A9FC-B2BAE9CA7132}" destId="{B574C628-10B0-4B91-940B-7E36AEF4E04F}" srcOrd="1" destOrd="0" presId="urn:microsoft.com/office/officeart/2005/8/layout/hierarchy2"/>
    <dgm:cxn modelId="{F76E7B27-64F5-4C71-967A-4BFBD6F07064}" type="presParOf" srcId="{02927668-54A2-474F-AEC6-62289B4868DB}" destId="{9E20C90B-13A2-4718-A16D-5F4481F16B46}" srcOrd="2" destOrd="0" presId="urn:microsoft.com/office/officeart/2005/8/layout/hierarchy2"/>
    <dgm:cxn modelId="{11D6EF59-21E9-47D3-9780-A1D3ECA6C099}" type="presParOf" srcId="{9E20C90B-13A2-4718-A16D-5F4481F16B46}" destId="{F5C58067-9160-4F8A-8138-2DA22C307321}" srcOrd="0" destOrd="0" presId="urn:microsoft.com/office/officeart/2005/8/layout/hierarchy2"/>
    <dgm:cxn modelId="{94359DDD-BB17-4C90-BC20-593D11F7E7C5}" type="presParOf" srcId="{02927668-54A2-474F-AEC6-62289B4868DB}" destId="{442E56DF-30CD-4B70-887E-7D2A69232BB5}" srcOrd="3" destOrd="0" presId="urn:microsoft.com/office/officeart/2005/8/layout/hierarchy2"/>
    <dgm:cxn modelId="{B4284695-1D04-4A89-9C3D-AADAE07A5388}" type="presParOf" srcId="{442E56DF-30CD-4B70-887E-7D2A69232BB5}" destId="{941E732F-424F-40E1-A648-080121FBBF88}" srcOrd="0" destOrd="0" presId="urn:microsoft.com/office/officeart/2005/8/layout/hierarchy2"/>
    <dgm:cxn modelId="{9340D628-B67F-41AC-B130-65D2B2C0BB91}" type="presParOf" srcId="{442E56DF-30CD-4B70-887E-7D2A69232BB5}" destId="{CB7238F1-C8D3-4A99-9C5C-58899F036CBF}" srcOrd="1" destOrd="0" presId="urn:microsoft.com/office/officeart/2005/8/layout/hierarchy2"/>
    <dgm:cxn modelId="{9E411DD5-E133-4491-A1F9-CC8C83520EE6}" type="presParOf" srcId="{CB7238F1-C8D3-4A99-9C5C-58899F036CBF}" destId="{533FD6DF-2B68-4480-8BBB-4A1E13885460}" srcOrd="0" destOrd="0" presId="urn:microsoft.com/office/officeart/2005/8/layout/hierarchy2"/>
    <dgm:cxn modelId="{6457FB97-22CA-4581-91C8-28D779CE6F8C}" type="presParOf" srcId="{533FD6DF-2B68-4480-8BBB-4A1E13885460}" destId="{58456B9A-00CC-49DA-8E2F-53FEB4F7E6E6}" srcOrd="0" destOrd="0" presId="urn:microsoft.com/office/officeart/2005/8/layout/hierarchy2"/>
    <dgm:cxn modelId="{FAE736AB-C00B-4186-8912-EE572247B6FA}" type="presParOf" srcId="{CB7238F1-C8D3-4A99-9C5C-58899F036CBF}" destId="{B4BE8250-A0D8-4210-9136-21C7E6CE7B30}" srcOrd="1" destOrd="0" presId="urn:microsoft.com/office/officeart/2005/8/layout/hierarchy2"/>
    <dgm:cxn modelId="{B501B627-FA32-4B2E-8C33-67844063F5EF}" type="presParOf" srcId="{B4BE8250-A0D8-4210-9136-21C7E6CE7B30}" destId="{4667FD9B-BDDC-4F89-9645-0B275A6646AB}" srcOrd="0" destOrd="0" presId="urn:microsoft.com/office/officeart/2005/8/layout/hierarchy2"/>
    <dgm:cxn modelId="{8062ABF6-E693-43F1-8962-D811DE8DEA92}" type="presParOf" srcId="{B4BE8250-A0D8-4210-9136-21C7E6CE7B30}" destId="{74EBF120-E28B-492C-B35A-02B57B21A955}" srcOrd="1" destOrd="0" presId="urn:microsoft.com/office/officeart/2005/8/layout/hierarchy2"/>
    <dgm:cxn modelId="{75ED9998-1C65-491E-ADC4-440FB1506767}" type="presParOf" srcId="{74EBF120-E28B-492C-B35A-02B57B21A955}" destId="{C8309BD7-EB03-4301-9664-B885142E1CC2}" srcOrd="0" destOrd="0" presId="urn:microsoft.com/office/officeart/2005/8/layout/hierarchy2"/>
    <dgm:cxn modelId="{F1AAC6B1-04D9-4D0E-8512-F7CA17B670E9}" type="presParOf" srcId="{C8309BD7-EB03-4301-9664-B885142E1CC2}" destId="{9D621FEE-17FF-41BD-8E29-B1D41ABEA590}" srcOrd="0" destOrd="0" presId="urn:microsoft.com/office/officeart/2005/8/layout/hierarchy2"/>
    <dgm:cxn modelId="{9ADB77AD-EE7F-4A99-BCC7-CCDA3641C196}" type="presParOf" srcId="{74EBF120-E28B-492C-B35A-02B57B21A955}" destId="{3912955B-8A4B-4F76-A12E-FB7210CBBB45}" srcOrd="1" destOrd="0" presId="urn:microsoft.com/office/officeart/2005/8/layout/hierarchy2"/>
    <dgm:cxn modelId="{10A0FA1D-9CE4-4A85-A26B-784C76D4D276}" type="presParOf" srcId="{3912955B-8A4B-4F76-A12E-FB7210CBBB45}" destId="{73F3BBFD-9693-440C-8184-73EF460A4804}" srcOrd="0" destOrd="0" presId="urn:microsoft.com/office/officeart/2005/8/layout/hierarchy2"/>
    <dgm:cxn modelId="{5EA695EC-18C6-4F77-8658-F6981AE31281}" type="presParOf" srcId="{3912955B-8A4B-4F76-A12E-FB7210CBBB45}" destId="{A64643A1-FEEE-47C8-B250-9525CB1777BE}" srcOrd="1" destOrd="0" presId="urn:microsoft.com/office/officeart/2005/8/layout/hierarchy2"/>
    <dgm:cxn modelId="{CE8FD507-DA1A-4EEB-8FC3-94498408D043}" type="presParOf" srcId="{A64643A1-FEEE-47C8-B250-9525CB1777BE}" destId="{58239AE1-67B6-4399-8DEB-14B6025063AC}" srcOrd="0" destOrd="0" presId="urn:microsoft.com/office/officeart/2005/8/layout/hierarchy2"/>
    <dgm:cxn modelId="{852C14E8-08D7-44CA-AE25-840CC4F7538C}" type="presParOf" srcId="{58239AE1-67B6-4399-8DEB-14B6025063AC}" destId="{56E03FA6-D245-4B5D-ACA4-8A57C6B20011}" srcOrd="0" destOrd="0" presId="urn:microsoft.com/office/officeart/2005/8/layout/hierarchy2"/>
    <dgm:cxn modelId="{780BD206-EFD0-401C-BD3D-5EF07E6ADA90}" type="presParOf" srcId="{A64643A1-FEEE-47C8-B250-9525CB1777BE}" destId="{58B58327-6CF5-470A-B5A4-A627B2CA87EE}" srcOrd="1" destOrd="0" presId="urn:microsoft.com/office/officeart/2005/8/layout/hierarchy2"/>
    <dgm:cxn modelId="{E80DD99C-C2A0-49E4-B130-AF3DBF07FF2C}" type="presParOf" srcId="{58B58327-6CF5-470A-B5A4-A627B2CA87EE}" destId="{83D4B8DD-4BB1-4AD7-BE77-1572C1560D6C}" srcOrd="0" destOrd="0" presId="urn:microsoft.com/office/officeart/2005/8/layout/hierarchy2"/>
    <dgm:cxn modelId="{9214E45B-909B-435D-B47B-0A93DD766DCB}" type="presParOf" srcId="{58B58327-6CF5-470A-B5A4-A627B2CA87EE}" destId="{D637C2EB-BD87-434B-885D-550FDAA745F7}" srcOrd="1" destOrd="0" presId="urn:microsoft.com/office/officeart/2005/8/layout/hierarchy2"/>
    <dgm:cxn modelId="{477EB304-AB97-4C34-B12D-06335670DE1D}" type="presParOf" srcId="{4CBC7919-701A-42B3-95F8-EF04753E5630}" destId="{E0D03E85-CA4C-4552-966B-256596A3F281}" srcOrd="6" destOrd="0" presId="urn:microsoft.com/office/officeart/2005/8/layout/hierarchy2"/>
    <dgm:cxn modelId="{2BCE15B5-2539-4E98-81EB-164E14834EBC}" type="presParOf" srcId="{E0D03E85-CA4C-4552-966B-256596A3F281}" destId="{BF892A13-AA7D-41BC-9C89-3B709A596845}" srcOrd="0" destOrd="0" presId="urn:microsoft.com/office/officeart/2005/8/layout/hierarchy2"/>
    <dgm:cxn modelId="{0F40600C-68C9-46A5-82DB-F30E06B3B551}" type="presParOf" srcId="{4CBC7919-701A-42B3-95F8-EF04753E5630}" destId="{F8483076-72C0-4406-9DC5-77126ACC3B22}" srcOrd="7" destOrd="0" presId="urn:microsoft.com/office/officeart/2005/8/layout/hierarchy2"/>
    <dgm:cxn modelId="{B76C7CF5-3B56-4705-96BF-5A7376864ABE}" type="presParOf" srcId="{F8483076-72C0-4406-9DC5-77126ACC3B22}" destId="{72B0EFB8-EB7B-456B-B647-35EB6CFB2BF3}" srcOrd="0" destOrd="0" presId="urn:microsoft.com/office/officeart/2005/8/layout/hierarchy2"/>
    <dgm:cxn modelId="{8FC2C581-D782-4BE5-9E56-3383C2B0B9B8}" type="presParOf" srcId="{F8483076-72C0-4406-9DC5-77126ACC3B22}" destId="{9123CBA6-921F-4E93-89FD-E7C9447F8371}" srcOrd="1" destOrd="0" presId="urn:microsoft.com/office/officeart/2005/8/layout/hierarchy2"/>
    <dgm:cxn modelId="{686D1BF7-95C8-428C-AF32-EDB07E011110}" type="presParOf" srcId="{9123CBA6-921F-4E93-89FD-E7C9447F8371}" destId="{5A907FA0-BA1F-4988-9257-54357C253D4C}" srcOrd="0" destOrd="0" presId="urn:microsoft.com/office/officeart/2005/8/layout/hierarchy2"/>
    <dgm:cxn modelId="{E3D2E7A5-E78A-445F-A999-4C7F9BA4C6F1}" type="presParOf" srcId="{5A907FA0-BA1F-4988-9257-54357C253D4C}" destId="{239270AA-3D59-4D6B-96D0-F3AE4C41E8E3}" srcOrd="0" destOrd="0" presId="urn:microsoft.com/office/officeart/2005/8/layout/hierarchy2"/>
    <dgm:cxn modelId="{36B9FD1C-A64C-45FF-8990-41705BE67257}" type="presParOf" srcId="{9123CBA6-921F-4E93-89FD-E7C9447F8371}" destId="{FBCE32E6-4D63-42DA-95C7-F84788E61E09}" srcOrd="1" destOrd="0" presId="urn:microsoft.com/office/officeart/2005/8/layout/hierarchy2"/>
    <dgm:cxn modelId="{C91E7893-FF7C-4A68-B44A-AD903563F66A}" type="presParOf" srcId="{FBCE32E6-4D63-42DA-95C7-F84788E61E09}" destId="{FA27527E-E391-4BFC-9EDF-490908A10B82}" srcOrd="0" destOrd="0" presId="urn:microsoft.com/office/officeart/2005/8/layout/hierarchy2"/>
    <dgm:cxn modelId="{4946F415-BF7E-4124-81EF-6721B1786BBF}" type="presParOf" srcId="{FBCE32E6-4D63-42DA-95C7-F84788E61E09}" destId="{A5FB883A-05D9-427F-B681-76645015B004}" srcOrd="1" destOrd="0" presId="urn:microsoft.com/office/officeart/2005/8/layout/hierarchy2"/>
    <dgm:cxn modelId="{464DBA77-63A1-4E0F-9A74-81A6DE8807F2}" type="presParOf" srcId="{A5FB883A-05D9-427F-B681-76645015B004}" destId="{268094A2-DEF4-48EC-B71B-079F03098A4B}" srcOrd="0" destOrd="0" presId="urn:microsoft.com/office/officeart/2005/8/layout/hierarchy2"/>
    <dgm:cxn modelId="{52BA3EAF-B827-45C5-A83E-1DFE90F2CEA8}" type="presParOf" srcId="{268094A2-DEF4-48EC-B71B-079F03098A4B}" destId="{AD34FCAE-CEA8-4F21-9BB9-8ADE30B9A5F1}" srcOrd="0" destOrd="0" presId="urn:microsoft.com/office/officeart/2005/8/layout/hierarchy2"/>
    <dgm:cxn modelId="{901E9D9C-4AFA-4B85-947F-9942B7FF54DB}" type="presParOf" srcId="{A5FB883A-05D9-427F-B681-76645015B004}" destId="{D3DA0B83-D3D2-4043-B0CA-C15D01B53CB5}" srcOrd="1" destOrd="0" presId="urn:microsoft.com/office/officeart/2005/8/layout/hierarchy2"/>
    <dgm:cxn modelId="{99E4706B-4622-436B-A58E-7600C0DCD301}" type="presParOf" srcId="{D3DA0B83-D3D2-4043-B0CA-C15D01B53CB5}" destId="{C1F6918F-E14D-4959-95B8-45990FD1A7F5}" srcOrd="0" destOrd="0" presId="urn:microsoft.com/office/officeart/2005/8/layout/hierarchy2"/>
    <dgm:cxn modelId="{C4171021-0F47-465A-8A2F-E432774F165F}" type="presParOf" srcId="{D3DA0B83-D3D2-4043-B0CA-C15D01B53CB5}" destId="{73B7E96E-FFBD-4455-ADCA-1B7D5D0CA308}" srcOrd="1" destOrd="0" presId="urn:microsoft.com/office/officeart/2005/8/layout/hierarchy2"/>
    <dgm:cxn modelId="{5D992A96-5C29-4285-9D2E-ABA8F16BD57D}" type="presParOf" srcId="{73B7E96E-FFBD-4455-ADCA-1B7D5D0CA308}" destId="{2387F0DA-8649-4445-8843-7EF61F18882C}" srcOrd="0" destOrd="0" presId="urn:microsoft.com/office/officeart/2005/8/layout/hierarchy2"/>
    <dgm:cxn modelId="{499B9926-2603-4A10-8A70-915B20546E88}" type="presParOf" srcId="{2387F0DA-8649-4445-8843-7EF61F18882C}" destId="{09B70A55-C7FD-4A2E-844D-F1CBF432B889}" srcOrd="0" destOrd="0" presId="urn:microsoft.com/office/officeart/2005/8/layout/hierarchy2"/>
    <dgm:cxn modelId="{5062B032-0566-42DD-AF70-BA8AAA081A4F}" type="presParOf" srcId="{73B7E96E-FFBD-4455-ADCA-1B7D5D0CA308}" destId="{0105BC19-E070-4326-BAA9-6A021BDE03ED}" srcOrd="1" destOrd="0" presId="urn:microsoft.com/office/officeart/2005/8/layout/hierarchy2"/>
    <dgm:cxn modelId="{EE77F193-0C4B-44C4-BDB6-9FF5C7425738}" type="presParOf" srcId="{0105BC19-E070-4326-BAA9-6A021BDE03ED}" destId="{8462B8E9-22A9-400D-A440-DF9A6420AD96}" srcOrd="0" destOrd="0" presId="urn:microsoft.com/office/officeart/2005/8/layout/hierarchy2"/>
    <dgm:cxn modelId="{6ECFBC7C-D471-47D8-82B2-EF85F6DD7EC5}" type="presParOf" srcId="{0105BC19-E070-4326-BAA9-6A021BDE03ED}" destId="{539B7713-3581-493C-9DAB-820218009AE0}" srcOrd="1" destOrd="0" presId="urn:microsoft.com/office/officeart/2005/8/layout/hierarchy2"/>
  </dgm:cxnLst>
  <dgm:bg>
    <a:noFill/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50E3CB1-0D72-4407-A192-EF9E6B0AB2B0}">
      <dsp:nvSpPr>
        <dsp:cNvPr id="0" name=""/>
        <dsp:cNvSpPr/>
      </dsp:nvSpPr>
      <dsp:spPr>
        <a:xfrm>
          <a:off x="855469" y="2058732"/>
          <a:ext cx="1100582" cy="55029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700" kern="1200" dirty="0" err="1"/>
            <a:t>Theoretical</a:t>
          </a:r>
          <a:r>
            <a:rPr lang="it-IT" sz="1700" kern="1200" dirty="0"/>
            <a:t> model</a:t>
          </a:r>
        </a:p>
      </dsp:txBody>
      <dsp:txXfrm>
        <a:off x="871586" y="2074849"/>
        <a:ext cx="1068348" cy="518057"/>
      </dsp:txXfrm>
    </dsp:sp>
    <dsp:sp modelId="{A287B125-C4C5-4205-9132-4DE424943E6E}">
      <dsp:nvSpPr>
        <dsp:cNvPr id="0" name=""/>
        <dsp:cNvSpPr/>
      </dsp:nvSpPr>
      <dsp:spPr>
        <a:xfrm rot="17051759">
          <a:off x="1278611" y="1452347"/>
          <a:ext cx="1795114" cy="22763"/>
        </a:xfrm>
        <a:custGeom>
          <a:avLst/>
          <a:gdLst/>
          <a:ahLst/>
          <a:cxnLst/>
          <a:rect l="0" t="0" r="0" b="0"/>
          <a:pathLst>
            <a:path>
              <a:moveTo>
                <a:pt x="0" y="11381"/>
              </a:moveTo>
              <a:lnTo>
                <a:pt x="1795114" y="11381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it-IT" sz="600" kern="1200"/>
        </a:p>
      </dsp:txBody>
      <dsp:txXfrm>
        <a:off x="2131290" y="1418851"/>
        <a:ext cx="89755" cy="89755"/>
      </dsp:txXfrm>
    </dsp:sp>
    <dsp:sp modelId="{EA39FD28-716A-4551-A629-DACF7F18155F}">
      <dsp:nvSpPr>
        <dsp:cNvPr id="0" name=""/>
        <dsp:cNvSpPr/>
      </dsp:nvSpPr>
      <dsp:spPr>
        <a:xfrm>
          <a:off x="2396285" y="318435"/>
          <a:ext cx="1100582" cy="55029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700" kern="1200" dirty="0"/>
            <a:t>MLR</a:t>
          </a:r>
        </a:p>
      </dsp:txBody>
      <dsp:txXfrm>
        <a:off x="2412402" y="334552"/>
        <a:ext cx="1068348" cy="518057"/>
      </dsp:txXfrm>
    </dsp:sp>
    <dsp:sp modelId="{8DACD31C-3FA0-4DED-ABFC-04FFC3293189}">
      <dsp:nvSpPr>
        <dsp:cNvPr id="0" name=""/>
        <dsp:cNvSpPr/>
      </dsp:nvSpPr>
      <dsp:spPr>
        <a:xfrm rot="19457599">
          <a:off x="3445910" y="423990"/>
          <a:ext cx="542148" cy="22763"/>
        </a:xfrm>
        <a:custGeom>
          <a:avLst/>
          <a:gdLst/>
          <a:ahLst/>
          <a:cxnLst/>
          <a:rect l="0" t="0" r="0" b="0"/>
          <a:pathLst>
            <a:path>
              <a:moveTo>
                <a:pt x="0" y="11381"/>
              </a:moveTo>
              <a:lnTo>
                <a:pt x="542148" y="11381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it-IT" sz="500" kern="1200"/>
        </a:p>
      </dsp:txBody>
      <dsp:txXfrm>
        <a:off x="3703430" y="421819"/>
        <a:ext cx="27107" cy="27107"/>
      </dsp:txXfrm>
    </dsp:sp>
    <dsp:sp modelId="{78707DAF-37E7-4D57-9C16-45E67E80CD69}">
      <dsp:nvSpPr>
        <dsp:cNvPr id="0" name=""/>
        <dsp:cNvSpPr/>
      </dsp:nvSpPr>
      <dsp:spPr>
        <a:xfrm>
          <a:off x="3937100" y="2018"/>
          <a:ext cx="1100582" cy="55029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700" kern="1200" dirty="0" err="1"/>
            <a:t>fiml</a:t>
          </a:r>
          <a:endParaRPr lang="it-IT" sz="1700" kern="1200" dirty="0"/>
        </a:p>
      </dsp:txBody>
      <dsp:txXfrm>
        <a:off x="3953217" y="18135"/>
        <a:ext cx="1068348" cy="518057"/>
      </dsp:txXfrm>
    </dsp:sp>
    <dsp:sp modelId="{2E57C7AD-2716-415B-AB13-30C9D71D6B31}">
      <dsp:nvSpPr>
        <dsp:cNvPr id="0" name=""/>
        <dsp:cNvSpPr/>
      </dsp:nvSpPr>
      <dsp:spPr>
        <a:xfrm>
          <a:off x="5037683" y="265782"/>
          <a:ext cx="440233" cy="22763"/>
        </a:xfrm>
        <a:custGeom>
          <a:avLst/>
          <a:gdLst/>
          <a:ahLst/>
          <a:cxnLst/>
          <a:rect l="0" t="0" r="0" b="0"/>
          <a:pathLst>
            <a:path>
              <a:moveTo>
                <a:pt x="0" y="11381"/>
              </a:moveTo>
              <a:lnTo>
                <a:pt x="440233" y="11381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it-IT" sz="500" kern="1200"/>
        </a:p>
      </dsp:txBody>
      <dsp:txXfrm>
        <a:off x="5246794" y="266158"/>
        <a:ext cx="22011" cy="22011"/>
      </dsp:txXfrm>
    </dsp:sp>
    <dsp:sp modelId="{75D460A7-4AFF-42BA-906C-3E8CCE1DA119}">
      <dsp:nvSpPr>
        <dsp:cNvPr id="0" name=""/>
        <dsp:cNvSpPr/>
      </dsp:nvSpPr>
      <dsp:spPr>
        <a:xfrm>
          <a:off x="5477916" y="2018"/>
          <a:ext cx="1100582" cy="55029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700" kern="1200" dirty="0"/>
            <a:t>se</a:t>
          </a:r>
        </a:p>
      </dsp:txBody>
      <dsp:txXfrm>
        <a:off x="5494033" y="18135"/>
        <a:ext cx="1068348" cy="518057"/>
      </dsp:txXfrm>
    </dsp:sp>
    <dsp:sp modelId="{5A06A575-3E2C-4C3C-BEBA-E9B289368B87}">
      <dsp:nvSpPr>
        <dsp:cNvPr id="0" name=""/>
        <dsp:cNvSpPr/>
      </dsp:nvSpPr>
      <dsp:spPr>
        <a:xfrm>
          <a:off x="6578499" y="265782"/>
          <a:ext cx="440233" cy="22763"/>
        </a:xfrm>
        <a:custGeom>
          <a:avLst/>
          <a:gdLst/>
          <a:ahLst/>
          <a:cxnLst/>
          <a:rect l="0" t="0" r="0" b="0"/>
          <a:pathLst>
            <a:path>
              <a:moveTo>
                <a:pt x="0" y="11381"/>
              </a:moveTo>
              <a:lnTo>
                <a:pt x="440233" y="11381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it-IT" sz="500" kern="1200"/>
        </a:p>
      </dsp:txBody>
      <dsp:txXfrm>
        <a:off x="6787609" y="266158"/>
        <a:ext cx="22011" cy="22011"/>
      </dsp:txXfrm>
    </dsp:sp>
    <dsp:sp modelId="{1DE682A1-7FDE-4A72-A64D-C796773943FD}">
      <dsp:nvSpPr>
        <dsp:cNvPr id="0" name=""/>
        <dsp:cNvSpPr/>
      </dsp:nvSpPr>
      <dsp:spPr>
        <a:xfrm>
          <a:off x="7018732" y="2018"/>
          <a:ext cx="1100582" cy="55029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700" kern="1200" dirty="0" err="1"/>
            <a:t>fit</a:t>
          </a:r>
          <a:r>
            <a:rPr lang="it-IT" sz="1700" kern="1200" dirty="0"/>
            <a:t> </a:t>
          </a:r>
          <a:r>
            <a:rPr lang="it-IT" sz="1700" kern="1200" dirty="0" err="1"/>
            <a:t>indices</a:t>
          </a:r>
          <a:endParaRPr lang="it-IT" sz="1700" kern="1200" dirty="0"/>
        </a:p>
      </dsp:txBody>
      <dsp:txXfrm>
        <a:off x="7034849" y="18135"/>
        <a:ext cx="1068348" cy="518057"/>
      </dsp:txXfrm>
    </dsp:sp>
    <dsp:sp modelId="{8D32BC53-CFDD-4548-807B-718C0D766F79}">
      <dsp:nvSpPr>
        <dsp:cNvPr id="0" name=""/>
        <dsp:cNvSpPr/>
      </dsp:nvSpPr>
      <dsp:spPr>
        <a:xfrm>
          <a:off x="8119314" y="265782"/>
          <a:ext cx="440233" cy="22763"/>
        </a:xfrm>
        <a:custGeom>
          <a:avLst/>
          <a:gdLst/>
          <a:ahLst/>
          <a:cxnLst/>
          <a:rect l="0" t="0" r="0" b="0"/>
          <a:pathLst>
            <a:path>
              <a:moveTo>
                <a:pt x="0" y="11381"/>
              </a:moveTo>
              <a:lnTo>
                <a:pt x="440233" y="11381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it-IT" sz="500" kern="1200"/>
        </a:p>
      </dsp:txBody>
      <dsp:txXfrm>
        <a:off x="8328425" y="266158"/>
        <a:ext cx="22011" cy="22011"/>
      </dsp:txXfrm>
    </dsp:sp>
    <dsp:sp modelId="{A005F396-7B8B-4CF7-8B31-4668F30C80FC}">
      <dsp:nvSpPr>
        <dsp:cNvPr id="0" name=""/>
        <dsp:cNvSpPr/>
      </dsp:nvSpPr>
      <dsp:spPr>
        <a:xfrm>
          <a:off x="8559547" y="2018"/>
          <a:ext cx="1100582" cy="55029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700" kern="1200" dirty="0" err="1"/>
            <a:t>estimates</a:t>
          </a:r>
          <a:endParaRPr lang="it-IT" sz="1700" kern="1200" dirty="0"/>
        </a:p>
      </dsp:txBody>
      <dsp:txXfrm>
        <a:off x="8575664" y="18135"/>
        <a:ext cx="1068348" cy="518057"/>
      </dsp:txXfrm>
    </dsp:sp>
    <dsp:sp modelId="{FF15DE8A-108B-4103-9435-160E8C0CAFF1}">
      <dsp:nvSpPr>
        <dsp:cNvPr id="0" name=""/>
        <dsp:cNvSpPr/>
      </dsp:nvSpPr>
      <dsp:spPr>
        <a:xfrm rot="2142401">
          <a:off x="3445910" y="740408"/>
          <a:ext cx="542148" cy="22763"/>
        </a:xfrm>
        <a:custGeom>
          <a:avLst/>
          <a:gdLst/>
          <a:ahLst/>
          <a:cxnLst/>
          <a:rect l="0" t="0" r="0" b="0"/>
          <a:pathLst>
            <a:path>
              <a:moveTo>
                <a:pt x="0" y="11381"/>
              </a:moveTo>
              <a:lnTo>
                <a:pt x="542148" y="11381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it-IT" sz="500" kern="1200"/>
        </a:p>
      </dsp:txBody>
      <dsp:txXfrm>
        <a:off x="3703430" y="738236"/>
        <a:ext cx="27107" cy="27107"/>
      </dsp:txXfrm>
    </dsp:sp>
    <dsp:sp modelId="{0EF51B77-EE98-430C-991B-79212E4A1CCE}">
      <dsp:nvSpPr>
        <dsp:cNvPr id="0" name=""/>
        <dsp:cNvSpPr/>
      </dsp:nvSpPr>
      <dsp:spPr>
        <a:xfrm>
          <a:off x="3937100" y="634853"/>
          <a:ext cx="1100582" cy="55029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700" kern="1200" dirty="0" err="1"/>
            <a:t>listwise</a:t>
          </a:r>
          <a:r>
            <a:rPr lang="it-IT" sz="1700" kern="1200" dirty="0"/>
            <a:t> </a:t>
          </a:r>
          <a:r>
            <a:rPr lang="it-IT" sz="1700" kern="1200" dirty="0" err="1"/>
            <a:t>deletion</a:t>
          </a:r>
          <a:endParaRPr lang="it-IT" sz="1700" kern="1200" dirty="0"/>
        </a:p>
      </dsp:txBody>
      <dsp:txXfrm>
        <a:off x="3953217" y="650970"/>
        <a:ext cx="1068348" cy="518057"/>
      </dsp:txXfrm>
    </dsp:sp>
    <dsp:sp modelId="{ADE0A638-4FC9-4570-8B33-6A63AE304556}">
      <dsp:nvSpPr>
        <dsp:cNvPr id="0" name=""/>
        <dsp:cNvSpPr/>
      </dsp:nvSpPr>
      <dsp:spPr>
        <a:xfrm>
          <a:off x="5037683" y="898617"/>
          <a:ext cx="440233" cy="22763"/>
        </a:xfrm>
        <a:custGeom>
          <a:avLst/>
          <a:gdLst/>
          <a:ahLst/>
          <a:cxnLst/>
          <a:rect l="0" t="0" r="0" b="0"/>
          <a:pathLst>
            <a:path>
              <a:moveTo>
                <a:pt x="0" y="11381"/>
              </a:moveTo>
              <a:lnTo>
                <a:pt x="440233" y="11381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it-IT" sz="500" kern="1200"/>
        </a:p>
      </dsp:txBody>
      <dsp:txXfrm>
        <a:off x="5246794" y="898993"/>
        <a:ext cx="22011" cy="22011"/>
      </dsp:txXfrm>
    </dsp:sp>
    <dsp:sp modelId="{23D3FD7A-DB03-4F4A-B3C2-7D9EFD153636}">
      <dsp:nvSpPr>
        <dsp:cNvPr id="0" name=""/>
        <dsp:cNvSpPr/>
      </dsp:nvSpPr>
      <dsp:spPr>
        <a:xfrm>
          <a:off x="5477916" y="634853"/>
          <a:ext cx="1100582" cy="55029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700" kern="1200" dirty="0"/>
            <a:t>se</a:t>
          </a:r>
        </a:p>
      </dsp:txBody>
      <dsp:txXfrm>
        <a:off x="5494033" y="650970"/>
        <a:ext cx="1068348" cy="518057"/>
      </dsp:txXfrm>
    </dsp:sp>
    <dsp:sp modelId="{08387D62-7C8D-49D8-976E-5788F30D77B9}">
      <dsp:nvSpPr>
        <dsp:cNvPr id="0" name=""/>
        <dsp:cNvSpPr/>
      </dsp:nvSpPr>
      <dsp:spPr>
        <a:xfrm>
          <a:off x="6578499" y="898617"/>
          <a:ext cx="440233" cy="22763"/>
        </a:xfrm>
        <a:custGeom>
          <a:avLst/>
          <a:gdLst/>
          <a:ahLst/>
          <a:cxnLst/>
          <a:rect l="0" t="0" r="0" b="0"/>
          <a:pathLst>
            <a:path>
              <a:moveTo>
                <a:pt x="0" y="11381"/>
              </a:moveTo>
              <a:lnTo>
                <a:pt x="440233" y="11381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it-IT" sz="500" kern="1200"/>
        </a:p>
      </dsp:txBody>
      <dsp:txXfrm>
        <a:off x="6787609" y="898993"/>
        <a:ext cx="22011" cy="22011"/>
      </dsp:txXfrm>
    </dsp:sp>
    <dsp:sp modelId="{A92EDDF5-BA3E-488A-8AA2-AB2C7D1F90CA}">
      <dsp:nvSpPr>
        <dsp:cNvPr id="0" name=""/>
        <dsp:cNvSpPr/>
      </dsp:nvSpPr>
      <dsp:spPr>
        <a:xfrm>
          <a:off x="7018732" y="634853"/>
          <a:ext cx="1100582" cy="55029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700" kern="1200" dirty="0" err="1"/>
            <a:t>fit</a:t>
          </a:r>
          <a:r>
            <a:rPr lang="it-IT" sz="1700" kern="1200" dirty="0"/>
            <a:t> </a:t>
          </a:r>
          <a:r>
            <a:rPr lang="it-IT" sz="1700" kern="1200" dirty="0" err="1"/>
            <a:t>indices</a:t>
          </a:r>
          <a:endParaRPr lang="it-IT" sz="1700" kern="1200" dirty="0"/>
        </a:p>
      </dsp:txBody>
      <dsp:txXfrm>
        <a:off x="7034849" y="650970"/>
        <a:ext cx="1068348" cy="518057"/>
      </dsp:txXfrm>
    </dsp:sp>
    <dsp:sp modelId="{4721D9F9-513F-4A68-AD5E-1115171211DA}">
      <dsp:nvSpPr>
        <dsp:cNvPr id="0" name=""/>
        <dsp:cNvSpPr/>
      </dsp:nvSpPr>
      <dsp:spPr>
        <a:xfrm>
          <a:off x="8119314" y="898617"/>
          <a:ext cx="440233" cy="22763"/>
        </a:xfrm>
        <a:custGeom>
          <a:avLst/>
          <a:gdLst/>
          <a:ahLst/>
          <a:cxnLst/>
          <a:rect l="0" t="0" r="0" b="0"/>
          <a:pathLst>
            <a:path>
              <a:moveTo>
                <a:pt x="0" y="11381"/>
              </a:moveTo>
              <a:lnTo>
                <a:pt x="440233" y="11381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it-IT" sz="500" kern="1200"/>
        </a:p>
      </dsp:txBody>
      <dsp:txXfrm>
        <a:off x="8328425" y="898993"/>
        <a:ext cx="22011" cy="22011"/>
      </dsp:txXfrm>
    </dsp:sp>
    <dsp:sp modelId="{CD3B3740-C4F0-416E-B5D8-3F517E49DB03}">
      <dsp:nvSpPr>
        <dsp:cNvPr id="0" name=""/>
        <dsp:cNvSpPr/>
      </dsp:nvSpPr>
      <dsp:spPr>
        <a:xfrm>
          <a:off x="8559547" y="634853"/>
          <a:ext cx="1100582" cy="55029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700" kern="1200" dirty="0" err="1"/>
            <a:t>estimates</a:t>
          </a:r>
          <a:endParaRPr lang="it-IT" sz="1700" kern="1200" dirty="0"/>
        </a:p>
      </dsp:txBody>
      <dsp:txXfrm>
        <a:off x="8575664" y="650970"/>
        <a:ext cx="1068348" cy="518057"/>
      </dsp:txXfrm>
    </dsp:sp>
    <dsp:sp modelId="{6A7C1F62-9D61-4C05-AFF6-CFC595A786C3}">
      <dsp:nvSpPr>
        <dsp:cNvPr id="0" name=""/>
        <dsp:cNvSpPr/>
      </dsp:nvSpPr>
      <dsp:spPr>
        <a:xfrm rot="18770822">
          <a:off x="1852488" y="2085182"/>
          <a:ext cx="647360" cy="22763"/>
        </a:xfrm>
        <a:custGeom>
          <a:avLst/>
          <a:gdLst/>
          <a:ahLst/>
          <a:cxnLst/>
          <a:rect l="0" t="0" r="0" b="0"/>
          <a:pathLst>
            <a:path>
              <a:moveTo>
                <a:pt x="0" y="11381"/>
              </a:moveTo>
              <a:lnTo>
                <a:pt x="647360" y="11381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it-IT" sz="500" kern="1200"/>
        </a:p>
      </dsp:txBody>
      <dsp:txXfrm>
        <a:off x="2159984" y="2080380"/>
        <a:ext cx="32368" cy="32368"/>
      </dsp:txXfrm>
    </dsp:sp>
    <dsp:sp modelId="{0B7BDC0B-E055-47F3-89B0-37F4B8321BC1}">
      <dsp:nvSpPr>
        <dsp:cNvPr id="0" name=""/>
        <dsp:cNvSpPr/>
      </dsp:nvSpPr>
      <dsp:spPr>
        <a:xfrm>
          <a:off x="2396285" y="1584105"/>
          <a:ext cx="1100582" cy="55029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700" kern="1200" dirty="0"/>
            <a:t>ML</a:t>
          </a:r>
        </a:p>
      </dsp:txBody>
      <dsp:txXfrm>
        <a:off x="2412402" y="1600222"/>
        <a:ext cx="1068348" cy="518057"/>
      </dsp:txXfrm>
    </dsp:sp>
    <dsp:sp modelId="{AF34CABA-DBD3-4C6C-A682-F072342E3B32}">
      <dsp:nvSpPr>
        <dsp:cNvPr id="0" name=""/>
        <dsp:cNvSpPr/>
      </dsp:nvSpPr>
      <dsp:spPr>
        <a:xfrm rot="19457599">
          <a:off x="3445910" y="1689660"/>
          <a:ext cx="542148" cy="22763"/>
        </a:xfrm>
        <a:custGeom>
          <a:avLst/>
          <a:gdLst/>
          <a:ahLst/>
          <a:cxnLst/>
          <a:rect l="0" t="0" r="0" b="0"/>
          <a:pathLst>
            <a:path>
              <a:moveTo>
                <a:pt x="0" y="11381"/>
              </a:moveTo>
              <a:lnTo>
                <a:pt x="542148" y="11381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it-IT" sz="500" kern="1200"/>
        </a:p>
      </dsp:txBody>
      <dsp:txXfrm>
        <a:off x="3703430" y="1687489"/>
        <a:ext cx="27107" cy="27107"/>
      </dsp:txXfrm>
    </dsp:sp>
    <dsp:sp modelId="{2363E6D0-E434-4ED4-A326-552EE14A286A}">
      <dsp:nvSpPr>
        <dsp:cNvPr id="0" name=""/>
        <dsp:cNvSpPr/>
      </dsp:nvSpPr>
      <dsp:spPr>
        <a:xfrm>
          <a:off x="3937100" y="1267688"/>
          <a:ext cx="1100582" cy="55029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700" kern="1200" dirty="0" err="1"/>
            <a:t>fiml</a:t>
          </a:r>
          <a:endParaRPr lang="it-IT" sz="1700" kern="1200" dirty="0"/>
        </a:p>
      </dsp:txBody>
      <dsp:txXfrm>
        <a:off x="3953217" y="1283805"/>
        <a:ext cx="1068348" cy="518057"/>
      </dsp:txXfrm>
    </dsp:sp>
    <dsp:sp modelId="{DCB3CBD2-5C34-4782-B82B-EE9A56E82514}">
      <dsp:nvSpPr>
        <dsp:cNvPr id="0" name=""/>
        <dsp:cNvSpPr/>
      </dsp:nvSpPr>
      <dsp:spPr>
        <a:xfrm>
          <a:off x="5037683" y="1531452"/>
          <a:ext cx="440233" cy="22763"/>
        </a:xfrm>
        <a:custGeom>
          <a:avLst/>
          <a:gdLst/>
          <a:ahLst/>
          <a:cxnLst/>
          <a:rect l="0" t="0" r="0" b="0"/>
          <a:pathLst>
            <a:path>
              <a:moveTo>
                <a:pt x="0" y="11381"/>
              </a:moveTo>
              <a:lnTo>
                <a:pt x="440233" y="11381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it-IT" sz="500" kern="1200"/>
        </a:p>
      </dsp:txBody>
      <dsp:txXfrm>
        <a:off x="5246794" y="1531828"/>
        <a:ext cx="22011" cy="22011"/>
      </dsp:txXfrm>
    </dsp:sp>
    <dsp:sp modelId="{E7313820-7B36-4F3F-9204-D3C2897F16EF}">
      <dsp:nvSpPr>
        <dsp:cNvPr id="0" name=""/>
        <dsp:cNvSpPr/>
      </dsp:nvSpPr>
      <dsp:spPr>
        <a:xfrm>
          <a:off x="5477916" y="1267688"/>
          <a:ext cx="1100582" cy="55029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700" kern="1200" dirty="0"/>
            <a:t>se</a:t>
          </a:r>
        </a:p>
      </dsp:txBody>
      <dsp:txXfrm>
        <a:off x="5494033" y="1283805"/>
        <a:ext cx="1068348" cy="518057"/>
      </dsp:txXfrm>
    </dsp:sp>
    <dsp:sp modelId="{EE09D64E-1C30-4F64-A1AA-68248F7C3361}">
      <dsp:nvSpPr>
        <dsp:cNvPr id="0" name=""/>
        <dsp:cNvSpPr/>
      </dsp:nvSpPr>
      <dsp:spPr>
        <a:xfrm>
          <a:off x="6578499" y="1531452"/>
          <a:ext cx="440233" cy="22763"/>
        </a:xfrm>
        <a:custGeom>
          <a:avLst/>
          <a:gdLst/>
          <a:ahLst/>
          <a:cxnLst/>
          <a:rect l="0" t="0" r="0" b="0"/>
          <a:pathLst>
            <a:path>
              <a:moveTo>
                <a:pt x="0" y="11381"/>
              </a:moveTo>
              <a:lnTo>
                <a:pt x="440233" y="11381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it-IT" sz="500" kern="1200"/>
        </a:p>
      </dsp:txBody>
      <dsp:txXfrm>
        <a:off x="6787609" y="1531828"/>
        <a:ext cx="22011" cy="22011"/>
      </dsp:txXfrm>
    </dsp:sp>
    <dsp:sp modelId="{18D83C79-0051-4EF7-B906-67D2312607C0}">
      <dsp:nvSpPr>
        <dsp:cNvPr id="0" name=""/>
        <dsp:cNvSpPr/>
      </dsp:nvSpPr>
      <dsp:spPr>
        <a:xfrm>
          <a:off x="7018732" y="1267688"/>
          <a:ext cx="1100582" cy="55029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700" kern="1200" dirty="0" err="1"/>
            <a:t>fit</a:t>
          </a:r>
          <a:r>
            <a:rPr lang="it-IT" sz="1700" kern="1200" dirty="0"/>
            <a:t> </a:t>
          </a:r>
          <a:r>
            <a:rPr lang="it-IT" sz="1700" kern="1200" dirty="0" err="1"/>
            <a:t>indices</a:t>
          </a:r>
          <a:endParaRPr lang="it-IT" sz="1700" kern="1200" dirty="0"/>
        </a:p>
      </dsp:txBody>
      <dsp:txXfrm>
        <a:off x="7034849" y="1283805"/>
        <a:ext cx="1068348" cy="518057"/>
      </dsp:txXfrm>
    </dsp:sp>
    <dsp:sp modelId="{1654903A-E208-457A-A1CC-CBEDDD94329E}">
      <dsp:nvSpPr>
        <dsp:cNvPr id="0" name=""/>
        <dsp:cNvSpPr/>
      </dsp:nvSpPr>
      <dsp:spPr>
        <a:xfrm>
          <a:off x="8119314" y="1531452"/>
          <a:ext cx="440233" cy="22763"/>
        </a:xfrm>
        <a:custGeom>
          <a:avLst/>
          <a:gdLst/>
          <a:ahLst/>
          <a:cxnLst/>
          <a:rect l="0" t="0" r="0" b="0"/>
          <a:pathLst>
            <a:path>
              <a:moveTo>
                <a:pt x="0" y="11381"/>
              </a:moveTo>
              <a:lnTo>
                <a:pt x="440233" y="11381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it-IT" sz="500" kern="1200"/>
        </a:p>
      </dsp:txBody>
      <dsp:txXfrm>
        <a:off x="8328425" y="1531828"/>
        <a:ext cx="22011" cy="22011"/>
      </dsp:txXfrm>
    </dsp:sp>
    <dsp:sp modelId="{B6ABF92F-2943-4BE6-89EB-5FE693DC86C9}">
      <dsp:nvSpPr>
        <dsp:cNvPr id="0" name=""/>
        <dsp:cNvSpPr/>
      </dsp:nvSpPr>
      <dsp:spPr>
        <a:xfrm>
          <a:off x="8559547" y="1267688"/>
          <a:ext cx="1100582" cy="55029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700" kern="1200" dirty="0" err="1"/>
            <a:t>estimates</a:t>
          </a:r>
          <a:endParaRPr lang="it-IT" sz="1700" kern="1200" dirty="0"/>
        </a:p>
      </dsp:txBody>
      <dsp:txXfrm>
        <a:off x="8575664" y="1283805"/>
        <a:ext cx="1068348" cy="518057"/>
      </dsp:txXfrm>
    </dsp:sp>
    <dsp:sp modelId="{6960745D-99E7-43C8-9A5A-C6C0FB97A1C6}">
      <dsp:nvSpPr>
        <dsp:cNvPr id="0" name=""/>
        <dsp:cNvSpPr/>
      </dsp:nvSpPr>
      <dsp:spPr>
        <a:xfrm rot="2142401">
          <a:off x="3445910" y="2006078"/>
          <a:ext cx="542148" cy="22763"/>
        </a:xfrm>
        <a:custGeom>
          <a:avLst/>
          <a:gdLst/>
          <a:ahLst/>
          <a:cxnLst/>
          <a:rect l="0" t="0" r="0" b="0"/>
          <a:pathLst>
            <a:path>
              <a:moveTo>
                <a:pt x="0" y="11381"/>
              </a:moveTo>
              <a:lnTo>
                <a:pt x="542148" y="11381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it-IT" sz="500" kern="1200"/>
        </a:p>
      </dsp:txBody>
      <dsp:txXfrm>
        <a:off x="3703430" y="2003906"/>
        <a:ext cx="27107" cy="27107"/>
      </dsp:txXfrm>
    </dsp:sp>
    <dsp:sp modelId="{8ED392CA-FCFF-4690-828B-BE3B933F3C00}">
      <dsp:nvSpPr>
        <dsp:cNvPr id="0" name=""/>
        <dsp:cNvSpPr/>
      </dsp:nvSpPr>
      <dsp:spPr>
        <a:xfrm>
          <a:off x="3937100" y="1900523"/>
          <a:ext cx="1100582" cy="55029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700" kern="1200" dirty="0" err="1"/>
            <a:t>listwise</a:t>
          </a:r>
          <a:r>
            <a:rPr lang="it-IT" sz="1700" kern="1200" dirty="0"/>
            <a:t> </a:t>
          </a:r>
          <a:r>
            <a:rPr lang="it-IT" sz="1700" kern="1200" dirty="0" err="1"/>
            <a:t>deletion</a:t>
          </a:r>
          <a:endParaRPr lang="it-IT" sz="1700" kern="1200" dirty="0"/>
        </a:p>
      </dsp:txBody>
      <dsp:txXfrm>
        <a:off x="3953217" y="1916640"/>
        <a:ext cx="1068348" cy="518057"/>
      </dsp:txXfrm>
    </dsp:sp>
    <dsp:sp modelId="{9CE9722A-5397-4C5F-ADDA-1701C1478832}">
      <dsp:nvSpPr>
        <dsp:cNvPr id="0" name=""/>
        <dsp:cNvSpPr/>
      </dsp:nvSpPr>
      <dsp:spPr>
        <a:xfrm>
          <a:off x="5037683" y="2164287"/>
          <a:ext cx="440233" cy="22763"/>
        </a:xfrm>
        <a:custGeom>
          <a:avLst/>
          <a:gdLst/>
          <a:ahLst/>
          <a:cxnLst/>
          <a:rect l="0" t="0" r="0" b="0"/>
          <a:pathLst>
            <a:path>
              <a:moveTo>
                <a:pt x="0" y="11381"/>
              </a:moveTo>
              <a:lnTo>
                <a:pt x="440233" y="11381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it-IT" sz="500" kern="1200"/>
        </a:p>
      </dsp:txBody>
      <dsp:txXfrm>
        <a:off x="5246794" y="2164663"/>
        <a:ext cx="22011" cy="22011"/>
      </dsp:txXfrm>
    </dsp:sp>
    <dsp:sp modelId="{6B184564-8849-4530-AE42-288ACB0F07DF}">
      <dsp:nvSpPr>
        <dsp:cNvPr id="0" name=""/>
        <dsp:cNvSpPr/>
      </dsp:nvSpPr>
      <dsp:spPr>
        <a:xfrm>
          <a:off x="5477916" y="1900523"/>
          <a:ext cx="1100582" cy="55029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700" kern="1200" dirty="0"/>
            <a:t>se</a:t>
          </a:r>
        </a:p>
      </dsp:txBody>
      <dsp:txXfrm>
        <a:off x="5494033" y="1916640"/>
        <a:ext cx="1068348" cy="518057"/>
      </dsp:txXfrm>
    </dsp:sp>
    <dsp:sp modelId="{32FA6E10-3DA6-499F-90E1-595A30B31694}">
      <dsp:nvSpPr>
        <dsp:cNvPr id="0" name=""/>
        <dsp:cNvSpPr/>
      </dsp:nvSpPr>
      <dsp:spPr>
        <a:xfrm>
          <a:off x="6578499" y="2164287"/>
          <a:ext cx="440233" cy="22763"/>
        </a:xfrm>
        <a:custGeom>
          <a:avLst/>
          <a:gdLst/>
          <a:ahLst/>
          <a:cxnLst/>
          <a:rect l="0" t="0" r="0" b="0"/>
          <a:pathLst>
            <a:path>
              <a:moveTo>
                <a:pt x="0" y="11381"/>
              </a:moveTo>
              <a:lnTo>
                <a:pt x="440233" y="11381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it-IT" sz="500" kern="1200"/>
        </a:p>
      </dsp:txBody>
      <dsp:txXfrm>
        <a:off x="6787609" y="2164663"/>
        <a:ext cx="22011" cy="22011"/>
      </dsp:txXfrm>
    </dsp:sp>
    <dsp:sp modelId="{67923EC5-1A82-4636-8192-8BC34D8AC961}">
      <dsp:nvSpPr>
        <dsp:cNvPr id="0" name=""/>
        <dsp:cNvSpPr/>
      </dsp:nvSpPr>
      <dsp:spPr>
        <a:xfrm>
          <a:off x="7018732" y="1900523"/>
          <a:ext cx="1100582" cy="55029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700" kern="1200" dirty="0" err="1"/>
            <a:t>fit</a:t>
          </a:r>
          <a:r>
            <a:rPr lang="it-IT" sz="1700" kern="1200" dirty="0"/>
            <a:t> </a:t>
          </a:r>
          <a:r>
            <a:rPr lang="it-IT" sz="1700" kern="1200" dirty="0" err="1"/>
            <a:t>indices</a:t>
          </a:r>
          <a:endParaRPr lang="it-IT" sz="1700" kern="1200" dirty="0"/>
        </a:p>
      </dsp:txBody>
      <dsp:txXfrm>
        <a:off x="7034849" y="1916640"/>
        <a:ext cx="1068348" cy="518057"/>
      </dsp:txXfrm>
    </dsp:sp>
    <dsp:sp modelId="{3BA1D1FC-447D-4589-83CE-0D007000D8EC}">
      <dsp:nvSpPr>
        <dsp:cNvPr id="0" name=""/>
        <dsp:cNvSpPr/>
      </dsp:nvSpPr>
      <dsp:spPr>
        <a:xfrm>
          <a:off x="8119314" y="2164287"/>
          <a:ext cx="440233" cy="22763"/>
        </a:xfrm>
        <a:custGeom>
          <a:avLst/>
          <a:gdLst/>
          <a:ahLst/>
          <a:cxnLst/>
          <a:rect l="0" t="0" r="0" b="0"/>
          <a:pathLst>
            <a:path>
              <a:moveTo>
                <a:pt x="0" y="11381"/>
              </a:moveTo>
              <a:lnTo>
                <a:pt x="440233" y="11381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it-IT" sz="500" kern="1200"/>
        </a:p>
      </dsp:txBody>
      <dsp:txXfrm>
        <a:off x="8328425" y="2164663"/>
        <a:ext cx="22011" cy="22011"/>
      </dsp:txXfrm>
    </dsp:sp>
    <dsp:sp modelId="{CC3D4702-9C3C-498C-AEC8-F6F7882F24D1}">
      <dsp:nvSpPr>
        <dsp:cNvPr id="0" name=""/>
        <dsp:cNvSpPr/>
      </dsp:nvSpPr>
      <dsp:spPr>
        <a:xfrm>
          <a:off x="8559547" y="1900523"/>
          <a:ext cx="1100582" cy="55029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700" kern="1200" dirty="0" err="1"/>
            <a:t>estimates</a:t>
          </a:r>
          <a:endParaRPr lang="it-IT" sz="1700" kern="1200" dirty="0"/>
        </a:p>
      </dsp:txBody>
      <dsp:txXfrm>
        <a:off x="8575664" y="1916640"/>
        <a:ext cx="1068348" cy="518057"/>
      </dsp:txXfrm>
    </dsp:sp>
    <dsp:sp modelId="{B81AEA4D-F842-42F5-ACA6-3B2DF0708E43}">
      <dsp:nvSpPr>
        <dsp:cNvPr id="0" name=""/>
        <dsp:cNvSpPr/>
      </dsp:nvSpPr>
      <dsp:spPr>
        <a:xfrm rot="3654187">
          <a:off x="1723522" y="2718017"/>
          <a:ext cx="905292" cy="22763"/>
        </a:xfrm>
        <a:custGeom>
          <a:avLst/>
          <a:gdLst/>
          <a:ahLst/>
          <a:cxnLst/>
          <a:rect l="0" t="0" r="0" b="0"/>
          <a:pathLst>
            <a:path>
              <a:moveTo>
                <a:pt x="0" y="11381"/>
              </a:moveTo>
              <a:lnTo>
                <a:pt x="905292" y="11381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it-IT" sz="500" kern="1200"/>
        </a:p>
      </dsp:txBody>
      <dsp:txXfrm>
        <a:off x="2153536" y="2706767"/>
        <a:ext cx="45264" cy="45264"/>
      </dsp:txXfrm>
    </dsp:sp>
    <dsp:sp modelId="{6757B67B-C447-46B1-987F-3B53876B5F5E}">
      <dsp:nvSpPr>
        <dsp:cNvPr id="0" name=""/>
        <dsp:cNvSpPr/>
      </dsp:nvSpPr>
      <dsp:spPr>
        <a:xfrm>
          <a:off x="2396285" y="2849775"/>
          <a:ext cx="1100582" cy="55029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700" b="0" i="0" kern="1200"/>
            <a:t>MLMVS</a:t>
          </a:r>
          <a:endParaRPr lang="it-IT" sz="1700" kern="1200" dirty="0"/>
        </a:p>
      </dsp:txBody>
      <dsp:txXfrm>
        <a:off x="2412402" y="2865892"/>
        <a:ext cx="1068348" cy="518057"/>
      </dsp:txXfrm>
    </dsp:sp>
    <dsp:sp modelId="{A45268D2-F764-40E2-B422-F53E4070FB34}">
      <dsp:nvSpPr>
        <dsp:cNvPr id="0" name=""/>
        <dsp:cNvSpPr/>
      </dsp:nvSpPr>
      <dsp:spPr>
        <a:xfrm rot="19457599">
          <a:off x="3445910" y="2955330"/>
          <a:ext cx="542148" cy="22763"/>
        </a:xfrm>
        <a:custGeom>
          <a:avLst/>
          <a:gdLst/>
          <a:ahLst/>
          <a:cxnLst/>
          <a:rect l="0" t="0" r="0" b="0"/>
          <a:pathLst>
            <a:path>
              <a:moveTo>
                <a:pt x="0" y="11381"/>
              </a:moveTo>
              <a:lnTo>
                <a:pt x="542148" y="11381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it-IT" sz="500" kern="1200"/>
        </a:p>
      </dsp:txBody>
      <dsp:txXfrm>
        <a:off x="3703430" y="2953158"/>
        <a:ext cx="27107" cy="27107"/>
      </dsp:txXfrm>
    </dsp:sp>
    <dsp:sp modelId="{9ABF3F1D-5066-4C90-ACBE-8307823FA345}">
      <dsp:nvSpPr>
        <dsp:cNvPr id="0" name=""/>
        <dsp:cNvSpPr/>
      </dsp:nvSpPr>
      <dsp:spPr>
        <a:xfrm>
          <a:off x="3937100" y="2533358"/>
          <a:ext cx="1100582" cy="55029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700" kern="1200" dirty="0" err="1"/>
            <a:t>fiml</a:t>
          </a:r>
          <a:endParaRPr lang="it-IT" sz="1700" kern="1200" dirty="0"/>
        </a:p>
      </dsp:txBody>
      <dsp:txXfrm>
        <a:off x="3953217" y="2549475"/>
        <a:ext cx="1068348" cy="518057"/>
      </dsp:txXfrm>
    </dsp:sp>
    <dsp:sp modelId="{FCC85448-7F1E-4BD8-BAC4-9F071FBF890B}">
      <dsp:nvSpPr>
        <dsp:cNvPr id="0" name=""/>
        <dsp:cNvSpPr/>
      </dsp:nvSpPr>
      <dsp:spPr>
        <a:xfrm>
          <a:off x="5037683" y="2797122"/>
          <a:ext cx="440233" cy="22763"/>
        </a:xfrm>
        <a:custGeom>
          <a:avLst/>
          <a:gdLst/>
          <a:ahLst/>
          <a:cxnLst/>
          <a:rect l="0" t="0" r="0" b="0"/>
          <a:pathLst>
            <a:path>
              <a:moveTo>
                <a:pt x="0" y="11381"/>
              </a:moveTo>
              <a:lnTo>
                <a:pt x="440233" y="11381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it-IT" sz="500" kern="1200"/>
        </a:p>
      </dsp:txBody>
      <dsp:txXfrm>
        <a:off x="5246794" y="2797498"/>
        <a:ext cx="22011" cy="22011"/>
      </dsp:txXfrm>
    </dsp:sp>
    <dsp:sp modelId="{C24096E2-79B3-4B82-98F7-7ADAA55AD4C0}">
      <dsp:nvSpPr>
        <dsp:cNvPr id="0" name=""/>
        <dsp:cNvSpPr/>
      </dsp:nvSpPr>
      <dsp:spPr>
        <a:xfrm>
          <a:off x="5477916" y="2533358"/>
          <a:ext cx="1100582" cy="55029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700" kern="1200" dirty="0"/>
            <a:t>se</a:t>
          </a:r>
        </a:p>
      </dsp:txBody>
      <dsp:txXfrm>
        <a:off x="5494033" y="2549475"/>
        <a:ext cx="1068348" cy="518057"/>
      </dsp:txXfrm>
    </dsp:sp>
    <dsp:sp modelId="{653AA061-F4D5-4CAE-A483-83539DC88983}">
      <dsp:nvSpPr>
        <dsp:cNvPr id="0" name=""/>
        <dsp:cNvSpPr/>
      </dsp:nvSpPr>
      <dsp:spPr>
        <a:xfrm>
          <a:off x="6578499" y="2797122"/>
          <a:ext cx="440233" cy="22763"/>
        </a:xfrm>
        <a:custGeom>
          <a:avLst/>
          <a:gdLst/>
          <a:ahLst/>
          <a:cxnLst/>
          <a:rect l="0" t="0" r="0" b="0"/>
          <a:pathLst>
            <a:path>
              <a:moveTo>
                <a:pt x="0" y="11381"/>
              </a:moveTo>
              <a:lnTo>
                <a:pt x="440233" y="11381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it-IT" sz="500" kern="1200"/>
        </a:p>
      </dsp:txBody>
      <dsp:txXfrm>
        <a:off x="6787609" y="2797498"/>
        <a:ext cx="22011" cy="22011"/>
      </dsp:txXfrm>
    </dsp:sp>
    <dsp:sp modelId="{305C50A6-4154-4CD6-A44C-FB2BE6438478}">
      <dsp:nvSpPr>
        <dsp:cNvPr id="0" name=""/>
        <dsp:cNvSpPr/>
      </dsp:nvSpPr>
      <dsp:spPr>
        <a:xfrm>
          <a:off x="7018732" y="2533358"/>
          <a:ext cx="1100582" cy="55029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700" kern="1200" dirty="0" err="1"/>
            <a:t>fit</a:t>
          </a:r>
          <a:r>
            <a:rPr lang="it-IT" sz="1700" kern="1200" dirty="0"/>
            <a:t> </a:t>
          </a:r>
          <a:r>
            <a:rPr lang="it-IT" sz="1700" kern="1200" dirty="0" err="1"/>
            <a:t>indices</a:t>
          </a:r>
          <a:endParaRPr lang="it-IT" sz="1700" kern="1200" dirty="0"/>
        </a:p>
      </dsp:txBody>
      <dsp:txXfrm>
        <a:off x="7034849" y="2549475"/>
        <a:ext cx="1068348" cy="518057"/>
      </dsp:txXfrm>
    </dsp:sp>
    <dsp:sp modelId="{B0419EB2-F1F3-4FCB-8EA2-11AA6C3F2CD2}">
      <dsp:nvSpPr>
        <dsp:cNvPr id="0" name=""/>
        <dsp:cNvSpPr/>
      </dsp:nvSpPr>
      <dsp:spPr>
        <a:xfrm>
          <a:off x="8119314" y="2797122"/>
          <a:ext cx="440233" cy="22763"/>
        </a:xfrm>
        <a:custGeom>
          <a:avLst/>
          <a:gdLst/>
          <a:ahLst/>
          <a:cxnLst/>
          <a:rect l="0" t="0" r="0" b="0"/>
          <a:pathLst>
            <a:path>
              <a:moveTo>
                <a:pt x="0" y="11381"/>
              </a:moveTo>
              <a:lnTo>
                <a:pt x="440233" y="11381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it-IT" sz="500" kern="1200"/>
        </a:p>
      </dsp:txBody>
      <dsp:txXfrm>
        <a:off x="8328425" y="2797498"/>
        <a:ext cx="22011" cy="22011"/>
      </dsp:txXfrm>
    </dsp:sp>
    <dsp:sp modelId="{6D67B017-886E-4AD2-983B-3B85AA78CC30}">
      <dsp:nvSpPr>
        <dsp:cNvPr id="0" name=""/>
        <dsp:cNvSpPr/>
      </dsp:nvSpPr>
      <dsp:spPr>
        <a:xfrm>
          <a:off x="8559547" y="2533358"/>
          <a:ext cx="1100582" cy="55029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700" kern="1200" dirty="0" err="1"/>
            <a:t>estimates</a:t>
          </a:r>
          <a:endParaRPr lang="it-IT" sz="1700" kern="1200" dirty="0"/>
        </a:p>
      </dsp:txBody>
      <dsp:txXfrm>
        <a:off x="8575664" y="2549475"/>
        <a:ext cx="1068348" cy="518057"/>
      </dsp:txXfrm>
    </dsp:sp>
    <dsp:sp modelId="{9E20C90B-13A2-4718-A16D-5F4481F16B46}">
      <dsp:nvSpPr>
        <dsp:cNvPr id="0" name=""/>
        <dsp:cNvSpPr/>
      </dsp:nvSpPr>
      <dsp:spPr>
        <a:xfrm rot="2142401">
          <a:off x="3445910" y="3271748"/>
          <a:ext cx="542148" cy="22763"/>
        </a:xfrm>
        <a:custGeom>
          <a:avLst/>
          <a:gdLst/>
          <a:ahLst/>
          <a:cxnLst/>
          <a:rect l="0" t="0" r="0" b="0"/>
          <a:pathLst>
            <a:path>
              <a:moveTo>
                <a:pt x="0" y="11381"/>
              </a:moveTo>
              <a:lnTo>
                <a:pt x="542148" y="11381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it-IT" sz="500" kern="1200"/>
        </a:p>
      </dsp:txBody>
      <dsp:txXfrm>
        <a:off x="3703430" y="3269576"/>
        <a:ext cx="27107" cy="27107"/>
      </dsp:txXfrm>
    </dsp:sp>
    <dsp:sp modelId="{941E732F-424F-40E1-A648-080121FBBF88}">
      <dsp:nvSpPr>
        <dsp:cNvPr id="0" name=""/>
        <dsp:cNvSpPr/>
      </dsp:nvSpPr>
      <dsp:spPr>
        <a:xfrm>
          <a:off x="3937100" y="3166193"/>
          <a:ext cx="1100582" cy="55029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700" kern="1200" dirty="0" err="1"/>
            <a:t>listwise</a:t>
          </a:r>
          <a:r>
            <a:rPr lang="it-IT" sz="1700" kern="1200" dirty="0"/>
            <a:t> </a:t>
          </a:r>
          <a:r>
            <a:rPr lang="it-IT" sz="1700" kern="1200" dirty="0" err="1"/>
            <a:t>deletion</a:t>
          </a:r>
          <a:endParaRPr lang="it-IT" sz="1700" kern="1200" dirty="0"/>
        </a:p>
      </dsp:txBody>
      <dsp:txXfrm>
        <a:off x="3953217" y="3182310"/>
        <a:ext cx="1068348" cy="518057"/>
      </dsp:txXfrm>
    </dsp:sp>
    <dsp:sp modelId="{533FD6DF-2B68-4480-8BBB-4A1E13885460}">
      <dsp:nvSpPr>
        <dsp:cNvPr id="0" name=""/>
        <dsp:cNvSpPr/>
      </dsp:nvSpPr>
      <dsp:spPr>
        <a:xfrm>
          <a:off x="5037683" y="3429957"/>
          <a:ext cx="440233" cy="22763"/>
        </a:xfrm>
        <a:custGeom>
          <a:avLst/>
          <a:gdLst/>
          <a:ahLst/>
          <a:cxnLst/>
          <a:rect l="0" t="0" r="0" b="0"/>
          <a:pathLst>
            <a:path>
              <a:moveTo>
                <a:pt x="0" y="11381"/>
              </a:moveTo>
              <a:lnTo>
                <a:pt x="440233" y="11381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it-IT" sz="500" kern="1200"/>
        </a:p>
      </dsp:txBody>
      <dsp:txXfrm>
        <a:off x="5246794" y="3430333"/>
        <a:ext cx="22011" cy="22011"/>
      </dsp:txXfrm>
    </dsp:sp>
    <dsp:sp modelId="{4667FD9B-BDDC-4F89-9645-0B275A6646AB}">
      <dsp:nvSpPr>
        <dsp:cNvPr id="0" name=""/>
        <dsp:cNvSpPr/>
      </dsp:nvSpPr>
      <dsp:spPr>
        <a:xfrm>
          <a:off x="5477916" y="3166193"/>
          <a:ext cx="1100582" cy="55029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700" kern="1200" dirty="0"/>
            <a:t>se</a:t>
          </a:r>
        </a:p>
      </dsp:txBody>
      <dsp:txXfrm>
        <a:off x="5494033" y="3182310"/>
        <a:ext cx="1068348" cy="518057"/>
      </dsp:txXfrm>
    </dsp:sp>
    <dsp:sp modelId="{C8309BD7-EB03-4301-9664-B885142E1CC2}">
      <dsp:nvSpPr>
        <dsp:cNvPr id="0" name=""/>
        <dsp:cNvSpPr/>
      </dsp:nvSpPr>
      <dsp:spPr>
        <a:xfrm>
          <a:off x="6578499" y="3429957"/>
          <a:ext cx="440233" cy="22763"/>
        </a:xfrm>
        <a:custGeom>
          <a:avLst/>
          <a:gdLst/>
          <a:ahLst/>
          <a:cxnLst/>
          <a:rect l="0" t="0" r="0" b="0"/>
          <a:pathLst>
            <a:path>
              <a:moveTo>
                <a:pt x="0" y="11381"/>
              </a:moveTo>
              <a:lnTo>
                <a:pt x="440233" y="11381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it-IT" sz="500" kern="1200"/>
        </a:p>
      </dsp:txBody>
      <dsp:txXfrm>
        <a:off x="6787609" y="3430333"/>
        <a:ext cx="22011" cy="22011"/>
      </dsp:txXfrm>
    </dsp:sp>
    <dsp:sp modelId="{73F3BBFD-9693-440C-8184-73EF460A4804}">
      <dsp:nvSpPr>
        <dsp:cNvPr id="0" name=""/>
        <dsp:cNvSpPr/>
      </dsp:nvSpPr>
      <dsp:spPr>
        <a:xfrm>
          <a:off x="7018732" y="3166193"/>
          <a:ext cx="1100582" cy="55029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700" kern="1200" dirty="0" err="1"/>
            <a:t>fit</a:t>
          </a:r>
          <a:r>
            <a:rPr lang="it-IT" sz="1700" kern="1200" dirty="0"/>
            <a:t> </a:t>
          </a:r>
          <a:r>
            <a:rPr lang="it-IT" sz="1700" kern="1200" dirty="0" err="1"/>
            <a:t>indices</a:t>
          </a:r>
          <a:endParaRPr lang="it-IT" sz="1700" kern="1200" dirty="0"/>
        </a:p>
      </dsp:txBody>
      <dsp:txXfrm>
        <a:off x="7034849" y="3182310"/>
        <a:ext cx="1068348" cy="518057"/>
      </dsp:txXfrm>
    </dsp:sp>
    <dsp:sp modelId="{58239AE1-67B6-4399-8DEB-14B6025063AC}">
      <dsp:nvSpPr>
        <dsp:cNvPr id="0" name=""/>
        <dsp:cNvSpPr/>
      </dsp:nvSpPr>
      <dsp:spPr>
        <a:xfrm>
          <a:off x="8119314" y="3429957"/>
          <a:ext cx="440233" cy="22763"/>
        </a:xfrm>
        <a:custGeom>
          <a:avLst/>
          <a:gdLst/>
          <a:ahLst/>
          <a:cxnLst/>
          <a:rect l="0" t="0" r="0" b="0"/>
          <a:pathLst>
            <a:path>
              <a:moveTo>
                <a:pt x="0" y="11381"/>
              </a:moveTo>
              <a:lnTo>
                <a:pt x="440233" y="11381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it-IT" sz="500" kern="1200"/>
        </a:p>
      </dsp:txBody>
      <dsp:txXfrm>
        <a:off x="8328425" y="3430333"/>
        <a:ext cx="22011" cy="22011"/>
      </dsp:txXfrm>
    </dsp:sp>
    <dsp:sp modelId="{83D4B8DD-4BB1-4AD7-BE77-1572C1560D6C}">
      <dsp:nvSpPr>
        <dsp:cNvPr id="0" name=""/>
        <dsp:cNvSpPr/>
      </dsp:nvSpPr>
      <dsp:spPr>
        <a:xfrm>
          <a:off x="8559547" y="3166193"/>
          <a:ext cx="1100582" cy="55029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700" kern="1200" dirty="0" err="1"/>
            <a:t>estimates</a:t>
          </a:r>
          <a:endParaRPr lang="it-IT" sz="1700" kern="1200" dirty="0"/>
        </a:p>
      </dsp:txBody>
      <dsp:txXfrm>
        <a:off x="8575664" y="3182310"/>
        <a:ext cx="1068348" cy="518057"/>
      </dsp:txXfrm>
    </dsp:sp>
    <dsp:sp modelId="{E0D03E85-CA4C-4552-966B-256596A3F281}">
      <dsp:nvSpPr>
        <dsp:cNvPr id="0" name=""/>
        <dsp:cNvSpPr/>
      </dsp:nvSpPr>
      <dsp:spPr>
        <a:xfrm rot="4548241">
          <a:off x="1278611" y="3192643"/>
          <a:ext cx="1795114" cy="22763"/>
        </a:xfrm>
        <a:custGeom>
          <a:avLst/>
          <a:gdLst/>
          <a:ahLst/>
          <a:cxnLst/>
          <a:rect l="0" t="0" r="0" b="0"/>
          <a:pathLst>
            <a:path>
              <a:moveTo>
                <a:pt x="0" y="11381"/>
              </a:moveTo>
              <a:lnTo>
                <a:pt x="1795114" y="11381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it-IT" sz="600" kern="1200"/>
        </a:p>
      </dsp:txBody>
      <dsp:txXfrm>
        <a:off x="2131290" y="3159147"/>
        <a:ext cx="89755" cy="89755"/>
      </dsp:txXfrm>
    </dsp:sp>
    <dsp:sp modelId="{72B0EFB8-EB7B-456B-B647-35EB6CFB2BF3}">
      <dsp:nvSpPr>
        <dsp:cNvPr id="0" name=""/>
        <dsp:cNvSpPr/>
      </dsp:nvSpPr>
      <dsp:spPr>
        <a:xfrm>
          <a:off x="2396285" y="3799028"/>
          <a:ext cx="1100582" cy="55029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700" kern="1200" dirty="0"/>
            <a:t>…</a:t>
          </a:r>
        </a:p>
      </dsp:txBody>
      <dsp:txXfrm>
        <a:off x="2412402" y="3815145"/>
        <a:ext cx="1068348" cy="518057"/>
      </dsp:txXfrm>
    </dsp:sp>
    <dsp:sp modelId="{5A907FA0-BA1F-4988-9257-54357C253D4C}">
      <dsp:nvSpPr>
        <dsp:cNvPr id="0" name=""/>
        <dsp:cNvSpPr/>
      </dsp:nvSpPr>
      <dsp:spPr>
        <a:xfrm>
          <a:off x="3496867" y="4062792"/>
          <a:ext cx="440233" cy="22763"/>
        </a:xfrm>
        <a:custGeom>
          <a:avLst/>
          <a:gdLst/>
          <a:ahLst/>
          <a:cxnLst/>
          <a:rect l="0" t="0" r="0" b="0"/>
          <a:pathLst>
            <a:path>
              <a:moveTo>
                <a:pt x="0" y="11381"/>
              </a:moveTo>
              <a:lnTo>
                <a:pt x="440233" y="11381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it-IT" sz="500" kern="1200"/>
        </a:p>
      </dsp:txBody>
      <dsp:txXfrm>
        <a:off x="3705978" y="4063168"/>
        <a:ext cx="22011" cy="22011"/>
      </dsp:txXfrm>
    </dsp:sp>
    <dsp:sp modelId="{FA27527E-E391-4BFC-9EDF-490908A10B82}">
      <dsp:nvSpPr>
        <dsp:cNvPr id="0" name=""/>
        <dsp:cNvSpPr/>
      </dsp:nvSpPr>
      <dsp:spPr>
        <a:xfrm>
          <a:off x="3937100" y="3799028"/>
          <a:ext cx="1100582" cy="55029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700" kern="1200" dirty="0"/>
            <a:t>….</a:t>
          </a:r>
        </a:p>
      </dsp:txBody>
      <dsp:txXfrm>
        <a:off x="3953217" y="3815145"/>
        <a:ext cx="1068348" cy="518057"/>
      </dsp:txXfrm>
    </dsp:sp>
    <dsp:sp modelId="{268094A2-DEF4-48EC-B71B-079F03098A4B}">
      <dsp:nvSpPr>
        <dsp:cNvPr id="0" name=""/>
        <dsp:cNvSpPr/>
      </dsp:nvSpPr>
      <dsp:spPr>
        <a:xfrm>
          <a:off x="5037683" y="4062792"/>
          <a:ext cx="440233" cy="22763"/>
        </a:xfrm>
        <a:custGeom>
          <a:avLst/>
          <a:gdLst/>
          <a:ahLst/>
          <a:cxnLst/>
          <a:rect l="0" t="0" r="0" b="0"/>
          <a:pathLst>
            <a:path>
              <a:moveTo>
                <a:pt x="0" y="11381"/>
              </a:moveTo>
              <a:lnTo>
                <a:pt x="440233" y="11381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it-IT" sz="500" kern="1200"/>
        </a:p>
      </dsp:txBody>
      <dsp:txXfrm>
        <a:off x="5246794" y="4063168"/>
        <a:ext cx="22011" cy="22011"/>
      </dsp:txXfrm>
    </dsp:sp>
    <dsp:sp modelId="{C1F6918F-E14D-4959-95B8-45990FD1A7F5}">
      <dsp:nvSpPr>
        <dsp:cNvPr id="0" name=""/>
        <dsp:cNvSpPr/>
      </dsp:nvSpPr>
      <dsp:spPr>
        <a:xfrm>
          <a:off x="5477916" y="3799028"/>
          <a:ext cx="1100582" cy="55029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700" kern="1200" dirty="0"/>
            <a:t>…</a:t>
          </a:r>
        </a:p>
      </dsp:txBody>
      <dsp:txXfrm>
        <a:off x="5494033" y="3815145"/>
        <a:ext cx="1068348" cy="518057"/>
      </dsp:txXfrm>
    </dsp:sp>
    <dsp:sp modelId="{2387F0DA-8649-4445-8843-7EF61F18882C}">
      <dsp:nvSpPr>
        <dsp:cNvPr id="0" name=""/>
        <dsp:cNvSpPr/>
      </dsp:nvSpPr>
      <dsp:spPr>
        <a:xfrm>
          <a:off x="6578499" y="4062792"/>
          <a:ext cx="440233" cy="22763"/>
        </a:xfrm>
        <a:custGeom>
          <a:avLst/>
          <a:gdLst/>
          <a:ahLst/>
          <a:cxnLst/>
          <a:rect l="0" t="0" r="0" b="0"/>
          <a:pathLst>
            <a:path>
              <a:moveTo>
                <a:pt x="0" y="11381"/>
              </a:moveTo>
              <a:lnTo>
                <a:pt x="440233" y="11381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it-IT" sz="500" kern="1200"/>
        </a:p>
      </dsp:txBody>
      <dsp:txXfrm>
        <a:off x="6787609" y="4063168"/>
        <a:ext cx="22011" cy="22011"/>
      </dsp:txXfrm>
    </dsp:sp>
    <dsp:sp modelId="{8462B8E9-22A9-400D-A440-DF9A6420AD96}">
      <dsp:nvSpPr>
        <dsp:cNvPr id="0" name=""/>
        <dsp:cNvSpPr/>
      </dsp:nvSpPr>
      <dsp:spPr>
        <a:xfrm>
          <a:off x="7018732" y="3799028"/>
          <a:ext cx="1100582" cy="55029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700" kern="1200" dirty="0"/>
            <a:t>…</a:t>
          </a:r>
        </a:p>
      </dsp:txBody>
      <dsp:txXfrm>
        <a:off x="7034849" y="3815145"/>
        <a:ext cx="1068348" cy="51805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103F251-A3FB-CA95-9835-0AEC55ABE0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B5C99FD8-D926-6704-CFAE-B3D865999F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0279264-A734-360C-9B4B-E355439003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13FEA-4446-4403-9D47-428643313D64}" type="datetimeFigureOut">
              <a:rPr lang="it-IT" smtClean="0"/>
              <a:t>25/03/2026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2742448-3C18-3BFB-2C09-EA84F66FF2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DFCC6E9D-FE7B-225A-2655-1CDDDB59BC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879258-C923-4205-8EDB-158744648DC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165914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47B89E8-1D84-75FF-FA15-D1B364005C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C40242F-8907-D04E-F5FA-85076D0062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F8365B3-AD7C-C685-D8BF-C1452D0CC0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13FEA-4446-4403-9D47-428643313D64}" type="datetimeFigureOut">
              <a:rPr lang="it-IT" smtClean="0"/>
              <a:t>25/03/2026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6B531DC-A714-2A6D-5441-D1BE096196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2A8E346-C37C-8F69-AF72-C8133CE0ED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879258-C923-4205-8EDB-158744648DC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837688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EB8310B-40E4-604C-1851-340E6D872C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80703658-F68A-9B9A-EE2C-D8C7810078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6C3B7C00-2B4E-514E-D627-F745ED90D1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13FEA-4446-4403-9D47-428643313D64}" type="datetimeFigureOut">
              <a:rPr lang="it-IT" smtClean="0"/>
              <a:t>25/03/2026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C1472F9-E5E4-221C-F0BD-2353BE8781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A8A6666-32C6-7475-729F-6FD75165D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879258-C923-4205-8EDB-158744648DC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871045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8CD1BCF-794F-43C0-0F4F-EEDCD8F49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8367A01-AABC-A71C-765F-62776A194B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CFBE6771-11CF-68D1-E0D4-7AE71EFBD4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E78D3ACB-CF5C-1D0A-3D25-1599A2D549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13FEA-4446-4403-9D47-428643313D64}" type="datetimeFigureOut">
              <a:rPr lang="it-IT" smtClean="0"/>
              <a:t>25/03/2026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CEA3F1D5-2F91-BD40-EC09-93B76BF568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B2D27981-CA0D-7FCE-D8BD-913678388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879258-C923-4205-8EDB-158744648DC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495966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4D4C1B4-1D9C-8FFD-063B-B054E7EA16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B93298A0-9FD8-9E22-3549-F9D4B665BA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A05512F7-57C8-BBC7-4AB1-35DABB745E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83E927E4-AD7F-8C32-0CAB-26273608D9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5BBC124C-A3ED-677F-C27B-18AA79297B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823C5B72-21D3-FEC1-ECCF-BFEE7FB483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13FEA-4446-4403-9D47-428643313D64}" type="datetimeFigureOut">
              <a:rPr lang="it-IT" smtClean="0"/>
              <a:t>25/03/2026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309B3675-4FC5-589C-9C66-69A7B5CB60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684EC475-ACEF-9BE5-7B31-0258D8AA18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879258-C923-4205-8EDB-158744648DC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758940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C6AC549-0754-A28D-49DC-A4B1DD843B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9CF15081-328D-84CA-0317-782BFFAD3B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13FEA-4446-4403-9D47-428643313D64}" type="datetimeFigureOut">
              <a:rPr lang="it-IT" smtClean="0"/>
              <a:t>25/03/2026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2E52AC4D-C0A9-8360-1840-405ADF8F69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0EAB63A8-AAC2-FCDB-F0AF-3DD68891D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879258-C923-4205-8EDB-158744648DC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753962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DD030C95-E327-C4AF-5AE1-457D13F14B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13FEA-4446-4403-9D47-428643313D64}" type="datetimeFigureOut">
              <a:rPr lang="it-IT" smtClean="0"/>
              <a:t>25/03/2026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637F8091-9D6E-9940-488A-C099C548B5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32B99B2A-5D06-9294-0A4A-D55AB1676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879258-C923-4205-8EDB-158744648DC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798361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E6E953A-A804-E03D-9A5C-56CF0B8F08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666D88A-2F24-6CF2-BA85-32D9A35BAE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FFFEFC77-74FF-9C81-5F31-716D9F8330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1332D8F7-4FB8-4B6A-8ADB-F3001B87EF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13FEA-4446-4403-9D47-428643313D64}" type="datetimeFigureOut">
              <a:rPr lang="it-IT" smtClean="0"/>
              <a:t>25/03/2026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6F47FDC2-19BB-0760-47C6-9AECFB56AF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90D2F77D-3C54-769B-CBBD-718F8F1968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879258-C923-4205-8EDB-158744648DC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38147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FE0B0C8-8ADD-5F22-6880-05F2662FFB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FA6C989E-E1DA-F1B3-70D6-6398ABBCA3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B07DCE2E-DA28-8964-C7CC-38D74D5E6C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C88836E6-3B81-AF6B-BD8B-90540BC33F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13FEA-4446-4403-9D47-428643313D64}" type="datetimeFigureOut">
              <a:rPr lang="it-IT" smtClean="0"/>
              <a:t>25/03/2026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0340DADE-7B88-1D25-443F-69CC3CDF05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DE9B28BE-93EF-3348-0DE6-2632EB49C6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879258-C923-4205-8EDB-158744648DC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821161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98BB451-5117-A1DB-D52B-86B7993117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181C543D-41B1-0561-5A60-E167C94DCB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73345467-123F-5A35-2791-941041992F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13FEA-4446-4403-9D47-428643313D64}" type="datetimeFigureOut">
              <a:rPr lang="it-IT" smtClean="0"/>
              <a:t>25/03/2026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88A2BE6-C6E7-C7B6-64E7-A6F2118A38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9341307-477E-6A96-25A0-42034D7CA4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879258-C923-4205-8EDB-158744648DC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7212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834217C2-6AED-5ABB-6BB5-02E01FFB773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56CF36F0-F67E-D487-D881-C8578AC48C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43EB39A-B309-19C9-8EF2-8B609F8DB4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13FEA-4446-4403-9D47-428643313D64}" type="datetimeFigureOut">
              <a:rPr lang="it-IT" smtClean="0"/>
              <a:t>25/03/2026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092389F-8CC9-D3E0-995B-47EDB81904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A0ADA59-263F-A532-1B7E-B2849FCFEE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879258-C923-4205-8EDB-158744648DC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093794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B579D7F6-F286-CFEE-B773-2192F5B1B0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6BB36583-E372-87C3-C43B-B652AB10D6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8D64BE9-6BF1-511B-D940-5525E3B97F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ED13FEA-4446-4403-9D47-428643313D64}" type="datetimeFigureOut">
              <a:rPr lang="it-IT" smtClean="0"/>
              <a:t>25/03/2026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22A0817-AAF3-A0A2-E700-37A1B4F773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2DED8D6-3B0F-5E57-C9C7-4802FB32DE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879258-C923-4205-8EDB-158744648DC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957414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e 3">
            <a:extLst>
              <a:ext uri="{FF2B5EF4-FFF2-40B4-BE49-F238E27FC236}">
                <a16:creationId xmlns:a16="http://schemas.microsoft.com/office/drawing/2014/main" id="{979B9F02-5ED5-ADEE-BF9B-A646C614D2EB}"/>
              </a:ext>
            </a:extLst>
          </p:cNvPr>
          <p:cNvSpPr/>
          <p:nvPr/>
        </p:nvSpPr>
        <p:spPr>
          <a:xfrm>
            <a:off x="2288110" y="1710631"/>
            <a:ext cx="2092569" cy="1143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3200" dirty="0">
                <a:solidFill>
                  <a:schemeClr val="tx1"/>
                </a:solidFill>
              </a:rPr>
              <a:t>X</a:t>
            </a:r>
          </a:p>
        </p:txBody>
      </p:sp>
      <p:sp>
        <p:nvSpPr>
          <p:cNvPr id="5" name="Ovale 4">
            <a:extLst>
              <a:ext uri="{FF2B5EF4-FFF2-40B4-BE49-F238E27FC236}">
                <a16:creationId xmlns:a16="http://schemas.microsoft.com/office/drawing/2014/main" id="{98468CF0-C389-4ADD-0C1E-137791D15480}"/>
              </a:ext>
            </a:extLst>
          </p:cNvPr>
          <p:cNvSpPr/>
          <p:nvPr/>
        </p:nvSpPr>
        <p:spPr>
          <a:xfrm>
            <a:off x="5162374" y="4049150"/>
            <a:ext cx="2092569" cy="1143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3200" dirty="0">
                <a:solidFill>
                  <a:schemeClr val="tx1"/>
                </a:solidFill>
              </a:rPr>
              <a:t>Z</a:t>
            </a:r>
          </a:p>
        </p:txBody>
      </p:sp>
      <p:sp>
        <p:nvSpPr>
          <p:cNvPr id="6" name="Ovale 5">
            <a:extLst>
              <a:ext uri="{FF2B5EF4-FFF2-40B4-BE49-F238E27FC236}">
                <a16:creationId xmlns:a16="http://schemas.microsoft.com/office/drawing/2014/main" id="{DE98FB2A-9505-0368-CD5C-153E9F438361}"/>
              </a:ext>
            </a:extLst>
          </p:cNvPr>
          <p:cNvSpPr/>
          <p:nvPr/>
        </p:nvSpPr>
        <p:spPr>
          <a:xfrm>
            <a:off x="8036638" y="1710631"/>
            <a:ext cx="2092569" cy="1143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3200" dirty="0">
                <a:solidFill>
                  <a:schemeClr val="tx1"/>
                </a:solidFill>
              </a:rPr>
              <a:t>Y</a:t>
            </a:r>
          </a:p>
        </p:txBody>
      </p:sp>
      <p:cxnSp>
        <p:nvCxnSpPr>
          <p:cNvPr id="8" name="Connettore 2 7">
            <a:extLst>
              <a:ext uri="{FF2B5EF4-FFF2-40B4-BE49-F238E27FC236}">
                <a16:creationId xmlns:a16="http://schemas.microsoft.com/office/drawing/2014/main" id="{80F85C28-7597-0708-85DF-A67A75F05530}"/>
              </a:ext>
            </a:extLst>
          </p:cNvPr>
          <p:cNvCxnSpPr>
            <a:stCxn id="4" idx="6"/>
            <a:endCxn id="6" idx="2"/>
          </p:cNvCxnSpPr>
          <p:nvPr/>
        </p:nvCxnSpPr>
        <p:spPr>
          <a:xfrm>
            <a:off x="4380679" y="2282131"/>
            <a:ext cx="3655959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Connettore 2 8">
            <a:extLst>
              <a:ext uri="{FF2B5EF4-FFF2-40B4-BE49-F238E27FC236}">
                <a16:creationId xmlns:a16="http://schemas.microsoft.com/office/drawing/2014/main" id="{7D7960BE-D55D-A49D-FBF4-BF5DC6F5AA6D}"/>
              </a:ext>
            </a:extLst>
          </p:cNvPr>
          <p:cNvCxnSpPr>
            <a:cxnSpLocks/>
            <a:stCxn id="4" idx="6"/>
            <a:endCxn id="5" idx="0"/>
          </p:cNvCxnSpPr>
          <p:nvPr/>
        </p:nvCxnSpPr>
        <p:spPr>
          <a:xfrm>
            <a:off x="4380679" y="2282131"/>
            <a:ext cx="1827980" cy="1767019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Connettore 2 11">
            <a:extLst>
              <a:ext uri="{FF2B5EF4-FFF2-40B4-BE49-F238E27FC236}">
                <a16:creationId xmlns:a16="http://schemas.microsoft.com/office/drawing/2014/main" id="{0C20CD96-05DD-7E70-BF16-6299EC7886A5}"/>
              </a:ext>
            </a:extLst>
          </p:cNvPr>
          <p:cNvCxnSpPr>
            <a:cxnSpLocks/>
            <a:stCxn id="5" idx="0"/>
            <a:endCxn id="6" idx="2"/>
          </p:cNvCxnSpPr>
          <p:nvPr/>
        </p:nvCxnSpPr>
        <p:spPr>
          <a:xfrm flipV="1">
            <a:off x="6208659" y="2282131"/>
            <a:ext cx="1827979" cy="1767019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Rettangolo 14">
            <a:extLst>
              <a:ext uri="{FF2B5EF4-FFF2-40B4-BE49-F238E27FC236}">
                <a16:creationId xmlns:a16="http://schemas.microsoft.com/office/drawing/2014/main" id="{F69FC2CF-E5F6-D923-41A3-E2B25C505778}"/>
              </a:ext>
            </a:extLst>
          </p:cNvPr>
          <p:cNvSpPr/>
          <p:nvPr/>
        </p:nvSpPr>
        <p:spPr>
          <a:xfrm>
            <a:off x="671499" y="1028347"/>
            <a:ext cx="512064" cy="46634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X1</a:t>
            </a:r>
          </a:p>
        </p:txBody>
      </p:sp>
      <p:sp>
        <p:nvSpPr>
          <p:cNvPr id="16" name="Rettangolo 15">
            <a:extLst>
              <a:ext uri="{FF2B5EF4-FFF2-40B4-BE49-F238E27FC236}">
                <a16:creationId xmlns:a16="http://schemas.microsoft.com/office/drawing/2014/main" id="{96319090-3B92-867C-E7B6-A5A71937A45C}"/>
              </a:ext>
            </a:extLst>
          </p:cNvPr>
          <p:cNvSpPr/>
          <p:nvPr/>
        </p:nvSpPr>
        <p:spPr>
          <a:xfrm>
            <a:off x="671499" y="1706879"/>
            <a:ext cx="512064" cy="46634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X2</a:t>
            </a:r>
          </a:p>
        </p:txBody>
      </p:sp>
      <p:sp>
        <p:nvSpPr>
          <p:cNvPr id="17" name="Rettangolo 16">
            <a:extLst>
              <a:ext uri="{FF2B5EF4-FFF2-40B4-BE49-F238E27FC236}">
                <a16:creationId xmlns:a16="http://schemas.microsoft.com/office/drawing/2014/main" id="{41F031F9-0569-4FF6-D2DB-31FEFD4E4909}"/>
              </a:ext>
            </a:extLst>
          </p:cNvPr>
          <p:cNvSpPr/>
          <p:nvPr/>
        </p:nvSpPr>
        <p:spPr>
          <a:xfrm>
            <a:off x="678885" y="2385411"/>
            <a:ext cx="512064" cy="46634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X3</a:t>
            </a:r>
          </a:p>
        </p:txBody>
      </p:sp>
      <p:sp>
        <p:nvSpPr>
          <p:cNvPr id="18" name="Rettangolo 17">
            <a:extLst>
              <a:ext uri="{FF2B5EF4-FFF2-40B4-BE49-F238E27FC236}">
                <a16:creationId xmlns:a16="http://schemas.microsoft.com/office/drawing/2014/main" id="{C95ED7A6-71B3-EA06-1ED6-A6E2E06F34A7}"/>
              </a:ext>
            </a:extLst>
          </p:cNvPr>
          <p:cNvSpPr/>
          <p:nvPr/>
        </p:nvSpPr>
        <p:spPr>
          <a:xfrm>
            <a:off x="671499" y="3063943"/>
            <a:ext cx="512064" cy="46634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X4</a:t>
            </a:r>
          </a:p>
        </p:txBody>
      </p:sp>
      <p:cxnSp>
        <p:nvCxnSpPr>
          <p:cNvPr id="20" name="Connettore 2 19">
            <a:extLst>
              <a:ext uri="{FF2B5EF4-FFF2-40B4-BE49-F238E27FC236}">
                <a16:creationId xmlns:a16="http://schemas.microsoft.com/office/drawing/2014/main" id="{F23D44C1-E07F-C314-1A30-BB39BCA9926B}"/>
              </a:ext>
            </a:extLst>
          </p:cNvPr>
          <p:cNvCxnSpPr>
            <a:stCxn id="4" idx="2"/>
            <a:endCxn id="15" idx="3"/>
          </p:cNvCxnSpPr>
          <p:nvPr/>
        </p:nvCxnSpPr>
        <p:spPr>
          <a:xfrm flipH="1" flipV="1">
            <a:off x="1183563" y="1261519"/>
            <a:ext cx="1104547" cy="10206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Connettore 2 20">
            <a:extLst>
              <a:ext uri="{FF2B5EF4-FFF2-40B4-BE49-F238E27FC236}">
                <a16:creationId xmlns:a16="http://schemas.microsoft.com/office/drawing/2014/main" id="{A0EB1702-4452-5103-23C8-FA8E9AE3FCFB}"/>
              </a:ext>
            </a:extLst>
          </p:cNvPr>
          <p:cNvCxnSpPr>
            <a:cxnSpLocks/>
            <a:stCxn id="4" idx="2"/>
            <a:endCxn id="16" idx="3"/>
          </p:cNvCxnSpPr>
          <p:nvPr/>
        </p:nvCxnSpPr>
        <p:spPr>
          <a:xfrm flipH="1" flipV="1">
            <a:off x="1183563" y="1940051"/>
            <a:ext cx="1104547" cy="3420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Connettore 2 23">
            <a:extLst>
              <a:ext uri="{FF2B5EF4-FFF2-40B4-BE49-F238E27FC236}">
                <a16:creationId xmlns:a16="http://schemas.microsoft.com/office/drawing/2014/main" id="{3CC96AC0-8B41-95C8-BE89-7AFDE47C6F10}"/>
              </a:ext>
            </a:extLst>
          </p:cNvPr>
          <p:cNvCxnSpPr>
            <a:cxnSpLocks/>
            <a:stCxn id="4" idx="2"/>
            <a:endCxn id="17" idx="3"/>
          </p:cNvCxnSpPr>
          <p:nvPr/>
        </p:nvCxnSpPr>
        <p:spPr>
          <a:xfrm flipH="1">
            <a:off x="1190949" y="2282131"/>
            <a:ext cx="1097161" cy="3364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Connettore 2 26">
            <a:extLst>
              <a:ext uri="{FF2B5EF4-FFF2-40B4-BE49-F238E27FC236}">
                <a16:creationId xmlns:a16="http://schemas.microsoft.com/office/drawing/2014/main" id="{86BBEA8C-8F7A-459F-2BE7-05B045233DEE}"/>
              </a:ext>
            </a:extLst>
          </p:cNvPr>
          <p:cNvCxnSpPr>
            <a:cxnSpLocks/>
            <a:stCxn id="4" idx="2"/>
            <a:endCxn id="18" idx="3"/>
          </p:cNvCxnSpPr>
          <p:nvPr/>
        </p:nvCxnSpPr>
        <p:spPr>
          <a:xfrm flipH="1">
            <a:off x="1183563" y="2282131"/>
            <a:ext cx="1104547" cy="101498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0" name="Rettangolo 29">
            <a:extLst>
              <a:ext uri="{FF2B5EF4-FFF2-40B4-BE49-F238E27FC236}">
                <a16:creationId xmlns:a16="http://schemas.microsoft.com/office/drawing/2014/main" id="{0397C144-F8E9-5EC3-C8F5-F7F185D5CA49}"/>
              </a:ext>
            </a:extLst>
          </p:cNvPr>
          <p:cNvSpPr/>
          <p:nvPr/>
        </p:nvSpPr>
        <p:spPr>
          <a:xfrm>
            <a:off x="11337621" y="1038194"/>
            <a:ext cx="512064" cy="46634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Y1</a:t>
            </a:r>
          </a:p>
        </p:txBody>
      </p:sp>
      <p:sp>
        <p:nvSpPr>
          <p:cNvPr id="31" name="Rettangolo 30">
            <a:extLst>
              <a:ext uri="{FF2B5EF4-FFF2-40B4-BE49-F238E27FC236}">
                <a16:creationId xmlns:a16="http://schemas.microsoft.com/office/drawing/2014/main" id="{A00BF946-B335-3AAC-2970-1A1813DD9FA7}"/>
              </a:ext>
            </a:extLst>
          </p:cNvPr>
          <p:cNvSpPr/>
          <p:nvPr/>
        </p:nvSpPr>
        <p:spPr>
          <a:xfrm>
            <a:off x="11337621" y="1716726"/>
            <a:ext cx="512064" cy="46634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Y2</a:t>
            </a:r>
          </a:p>
        </p:txBody>
      </p:sp>
      <p:sp>
        <p:nvSpPr>
          <p:cNvPr id="32" name="Rettangolo 31">
            <a:extLst>
              <a:ext uri="{FF2B5EF4-FFF2-40B4-BE49-F238E27FC236}">
                <a16:creationId xmlns:a16="http://schemas.microsoft.com/office/drawing/2014/main" id="{6C3F0318-3790-308B-3194-064FC18914D3}"/>
              </a:ext>
            </a:extLst>
          </p:cNvPr>
          <p:cNvSpPr/>
          <p:nvPr/>
        </p:nvSpPr>
        <p:spPr>
          <a:xfrm>
            <a:off x="11345007" y="2395258"/>
            <a:ext cx="512064" cy="46634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Y3</a:t>
            </a:r>
          </a:p>
        </p:txBody>
      </p:sp>
      <p:sp>
        <p:nvSpPr>
          <p:cNvPr id="33" name="Rettangolo 32">
            <a:extLst>
              <a:ext uri="{FF2B5EF4-FFF2-40B4-BE49-F238E27FC236}">
                <a16:creationId xmlns:a16="http://schemas.microsoft.com/office/drawing/2014/main" id="{A4E82999-3518-C345-7DE9-8EC311E8625D}"/>
              </a:ext>
            </a:extLst>
          </p:cNvPr>
          <p:cNvSpPr/>
          <p:nvPr/>
        </p:nvSpPr>
        <p:spPr>
          <a:xfrm>
            <a:off x="11337621" y="3073790"/>
            <a:ext cx="512064" cy="46634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Y4</a:t>
            </a:r>
          </a:p>
        </p:txBody>
      </p:sp>
      <p:cxnSp>
        <p:nvCxnSpPr>
          <p:cNvPr id="34" name="Connettore 2 33">
            <a:extLst>
              <a:ext uri="{FF2B5EF4-FFF2-40B4-BE49-F238E27FC236}">
                <a16:creationId xmlns:a16="http://schemas.microsoft.com/office/drawing/2014/main" id="{52FF42CA-7B5E-C4BF-B257-AEE3048584F0}"/>
              </a:ext>
            </a:extLst>
          </p:cNvPr>
          <p:cNvCxnSpPr>
            <a:cxnSpLocks/>
            <a:stCxn id="6" idx="6"/>
            <a:endCxn id="30" idx="1"/>
          </p:cNvCxnSpPr>
          <p:nvPr/>
        </p:nvCxnSpPr>
        <p:spPr>
          <a:xfrm flipV="1">
            <a:off x="10129207" y="1271366"/>
            <a:ext cx="1208414" cy="10107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Connettore 2 34">
            <a:extLst>
              <a:ext uri="{FF2B5EF4-FFF2-40B4-BE49-F238E27FC236}">
                <a16:creationId xmlns:a16="http://schemas.microsoft.com/office/drawing/2014/main" id="{858B93AE-9DEB-A9A4-BEA9-522CBF7D4FC1}"/>
              </a:ext>
            </a:extLst>
          </p:cNvPr>
          <p:cNvCxnSpPr>
            <a:cxnSpLocks/>
            <a:stCxn id="6" idx="6"/>
            <a:endCxn id="31" idx="1"/>
          </p:cNvCxnSpPr>
          <p:nvPr/>
        </p:nvCxnSpPr>
        <p:spPr>
          <a:xfrm flipV="1">
            <a:off x="10129207" y="1949898"/>
            <a:ext cx="1208414" cy="3322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Connettore 2 35">
            <a:extLst>
              <a:ext uri="{FF2B5EF4-FFF2-40B4-BE49-F238E27FC236}">
                <a16:creationId xmlns:a16="http://schemas.microsoft.com/office/drawing/2014/main" id="{C025D2A2-D453-6BB5-9229-FA320D2EC654}"/>
              </a:ext>
            </a:extLst>
          </p:cNvPr>
          <p:cNvCxnSpPr>
            <a:cxnSpLocks/>
            <a:stCxn id="6" idx="6"/>
            <a:endCxn id="32" idx="1"/>
          </p:cNvCxnSpPr>
          <p:nvPr/>
        </p:nvCxnSpPr>
        <p:spPr>
          <a:xfrm>
            <a:off x="10129207" y="2282131"/>
            <a:ext cx="1215800" cy="3462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" name="Connettore 2 36">
            <a:extLst>
              <a:ext uri="{FF2B5EF4-FFF2-40B4-BE49-F238E27FC236}">
                <a16:creationId xmlns:a16="http://schemas.microsoft.com/office/drawing/2014/main" id="{C8497E6A-2FF8-C4A2-860E-94F416E18028}"/>
              </a:ext>
            </a:extLst>
          </p:cNvPr>
          <p:cNvCxnSpPr>
            <a:cxnSpLocks/>
            <a:stCxn id="6" idx="6"/>
            <a:endCxn id="33" idx="1"/>
          </p:cNvCxnSpPr>
          <p:nvPr/>
        </p:nvCxnSpPr>
        <p:spPr>
          <a:xfrm>
            <a:off x="10129207" y="2282131"/>
            <a:ext cx="1208414" cy="10248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0" name="Rettangolo 49">
            <a:extLst>
              <a:ext uri="{FF2B5EF4-FFF2-40B4-BE49-F238E27FC236}">
                <a16:creationId xmlns:a16="http://schemas.microsoft.com/office/drawing/2014/main" id="{B0074E4D-3628-4DC3-AFBC-F0765FBFCD7C}"/>
              </a:ext>
            </a:extLst>
          </p:cNvPr>
          <p:cNvSpPr/>
          <p:nvPr/>
        </p:nvSpPr>
        <p:spPr>
          <a:xfrm>
            <a:off x="4809245" y="6133279"/>
            <a:ext cx="512064" cy="46634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Z1</a:t>
            </a:r>
          </a:p>
        </p:txBody>
      </p:sp>
      <p:sp>
        <p:nvSpPr>
          <p:cNvPr id="51" name="Rettangolo 50">
            <a:extLst>
              <a:ext uri="{FF2B5EF4-FFF2-40B4-BE49-F238E27FC236}">
                <a16:creationId xmlns:a16="http://schemas.microsoft.com/office/drawing/2014/main" id="{17FAA0FB-AE04-736C-F448-B7346D5EF4DB}"/>
              </a:ext>
            </a:extLst>
          </p:cNvPr>
          <p:cNvSpPr/>
          <p:nvPr/>
        </p:nvSpPr>
        <p:spPr>
          <a:xfrm>
            <a:off x="5539134" y="6133279"/>
            <a:ext cx="512064" cy="46634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Z2</a:t>
            </a:r>
          </a:p>
        </p:txBody>
      </p:sp>
      <p:sp>
        <p:nvSpPr>
          <p:cNvPr id="52" name="Rettangolo 51">
            <a:extLst>
              <a:ext uri="{FF2B5EF4-FFF2-40B4-BE49-F238E27FC236}">
                <a16:creationId xmlns:a16="http://schemas.microsoft.com/office/drawing/2014/main" id="{F7D1BF9F-60AD-9A07-5AB2-37492AE4C2F5}"/>
              </a:ext>
            </a:extLst>
          </p:cNvPr>
          <p:cNvSpPr/>
          <p:nvPr/>
        </p:nvSpPr>
        <p:spPr>
          <a:xfrm>
            <a:off x="6269023" y="6133279"/>
            <a:ext cx="512064" cy="46634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Z3</a:t>
            </a:r>
          </a:p>
        </p:txBody>
      </p:sp>
      <p:sp>
        <p:nvSpPr>
          <p:cNvPr id="53" name="Rettangolo 52">
            <a:extLst>
              <a:ext uri="{FF2B5EF4-FFF2-40B4-BE49-F238E27FC236}">
                <a16:creationId xmlns:a16="http://schemas.microsoft.com/office/drawing/2014/main" id="{8A7F1E4E-C785-628C-C689-DCC8A568368A}"/>
              </a:ext>
            </a:extLst>
          </p:cNvPr>
          <p:cNvSpPr/>
          <p:nvPr/>
        </p:nvSpPr>
        <p:spPr>
          <a:xfrm>
            <a:off x="6998911" y="6133279"/>
            <a:ext cx="512064" cy="46634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Z4</a:t>
            </a:r>
          </a:p>
        </p:txBody>
      </p:sp>
      <p:cxnSp>
        <p:nvCxnSpPr>
          <p:cNvPr id="54" name="Connettore 2 53">
            <a:extLst>
              <a:ext uri="{FF2B5EF4-FFF2-40B4-BE49-F238E27FC236}">
                <a16:creationId xmlns:a16="http://schemas.microsoft.com/office/drawing/2014/main" id="{453C5A8E-6E73-E44F-6828-52AB4087EF12}"/>
              </a:ext>
            </a:extLst>
          </p:cNvPr>
          <p:cNvCxnSpPr>
            <a:cxnSpLocks/>
            <a:stCxn id="5" idx="4"/>
            <a:endCxn id="50" idx="0"/>
          </p:cNvCxnSpPr>
          <p:nvPr/>
        </p:nvCxnSpPr>
        <p:spPr>
          <a:xfrm flipH="1">
            <a:off x="5065277" y="5192150"/>
            <a:ext cx="1143382" cy="9411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5" name="Connettore 2 54">
            <a:extLst>
              <a:ext uri="{FF2B5EF4-FFF2-40B4-BE49-F238E27FC236}">
                <a16:creationId xmlns:a16="http://schemas.microsoft.com/office/drawing/2014/main" id="{8DB25389-50C2-E51D-50B9-1C297CC860C2}"/>
              </a:ext>
            </a:extLst>
          </p:cNvPr>
          <p:cNvCxnSpPr>
            <a:cxnSpLocks/>
            <a:stCxn id="5" idx="4"/>
            <a:endCxn id="51" idx="0"/>
          </p:cNvCxnSpPr>
          <p:nvPr/>
        </p:nvCxnSpPr>
        <p:spPr>
          <a:xfrm flipH="1">
            <a:off x="5795166" y="5192150"/>
            <a:ext cx="413493" cy="9411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6" name="Connettore 2 55">
            <a:extLst>
              <a:ext uri="{FF2B5EF4-FFF2-40B4-BE49-F238E27FC236}">
                <a16:creationId xmlns:a16="http://schemas.microsoft.com/office/drawing/2014/main" id="{30C612A4-9591-22A9-BA0A-9ACD219FD48D}"/>
              </a:ext>
            </a:extLst>
          </p:cNvPr>
          <p:cNvCxnSpPr>
            <a:cxnSpLocks/>
            <a:stCxn id="5" idx="4"/>
            <a:endCxn id="52" idx="0"/>
          </p:cNvCxnSpPr>
          <p:nvPr/>
        </p:nvCxnSpPr>
        <p:spPr>
          <a:xfrm>
            <a:off x="6208659" y="5192150"/>
            <a:ext cx="316396" cy="9411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7" name="Connettore 2 56">
            <a:extLst>
              <a:ext uri="{FF2B5EF4-FFF2-40B4-BE49-F238E27FC236}">
                <a16:creationId xmlns:a16="http://schemas.microsoft.com/office/drawing/2014/main" id="{D014EEBB-772D-A07C-8D01-57F7C131F4E1}"/>
              </a:ext>
            </a:extLst>
          </p:cNvPr>
          <p:cNvCxnSpPr>
            <a:cxnSpLocks/>
            <a:stCxn id="5" idx="4"/>
            <a:endCxn id="53" idx="0"/>
          </p:cNvCxnSpPr>
          <p:nvPr/>
        </p:nvCxnSpPr>
        <p:spPr>
          <a:xfrm>
            <a:off x="6208659" y="5192150"/>
            <a:ext cx="1046284" cy="9411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0" name="CasellaDiTesto 69">
            <a:extLst>
              <a:ext uri="{FF2B5EF4-FFF2-40B4-BE49-F238E27FC236}">
                <a16:creationId xmlns:a16="http://schemas.microsoft.com/office/drawing/2014/main" id="{8A900C4D-987C-16B9-4308-FA1F6135084E}"/>
              </a:ext>
            </a:extLst>
          </p:cNvPr>
          <p:cNvSpPr txBox="1"/>
          <p:nvPr/>
        </p:nvSpPr>
        <p:spPr>
          <a:xfrm>
            <a:off x="1580319" y="1504538"/>
            <a:ext cx="3914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200" dirty="0"/>
              <a:t>.74</a:t>
            </a:r>
          </a:p>
        </p:txBody>
      </p:sp>
      <p:sp>
        <p:nvSpPr>
          <p:cNvPr id="71" name="CasellaDiTesto 70">
            <a:extLst>
              <a:ext uri="{FF2B5EF4-FFF2-40B4-BE49-F238E27FC236}">
                <a16:creationId xmlns:a16="http://schemas.microsoft.com/office/drawing/2014/main" id="{109028E5-D34D-3CFC-28AB-5348A6BC6B3B}"/>
              </a:ext>
            </a:extLst>
          </p:cNvPr>
          <p:cNvSpPr txBox="1"/>
          <p:nvPr/>
        </p:nvSpPr>
        <p:spPr>
          <a:xfrm>
            <a:off x="1384592" y="1814405"/>
            <a:ext cx="3914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200" dirty="0"/>
              <a:t>.54</a:t>
            </a:r>
          </a:p>
        </p:txBody>
      </p:sp>
      <p:sp>
        <p:nvSpPr>
          <p:cNvPr id="72" name="CasellaDiTesto 71">
            <a:extLst>
              <a:ext uri="{FF2B5EF4-FFF2-40B4-BE49-F238E27FC236}">
                <a16:creationId xmlns:a16="http://schemas.microsoft.com/office/drawing/2014/main" id="{A4960D43-1C56-6B34-F2D0-CE2A86DE5029}"/>
              </a:ext>
            </a:extLst>
          </p:cNvPr>
          <p:cNvSpPr txBox="1"/>
          <p:nvPr/>
        </p:nvSpPr>
        <p:spPr>
          <a:xfrm>
            <a:off x="1344383" y="2245219"/>
            <a:ext cx="3914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200" dirty="0"/>
              <a:t>.37</a:t>
            </a:r>
          </a:p>
        </p:txBody>
      </p:sp>
      <p:sp>
        <p:nvSpPr>
          <p:cNvPr id="73" name="CasellaDiTesto 72">
            <a:extLst>
              <a:ext uri="{FF2B5EF4-FFF2-40B4-BE49-F238E27FC236}">
                <a16:creationId xmlns:a16="http://schemas.microsoft.com/office/drawing/2014/main" id="{94FFA3BA-3992-2A23-75CE-D9D120362ECB}"/>
              </a:ext>
            </a:extLst>
          </p:cNvPr>
          <p:cNvSpPr txBox="1"/>
          <p:nvPr/>
        </p:nvSpPr>
        <p:spPr>
          <a:xfrm>
            <a:off x="1444897" y="2587299"/>
            <a:ext cx="3914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200" dirty="0"/>
              <a:t>.88</a:t>
            </a:r>
          </a:p>
        </p:txBody>
      </p:sp>
      <p:sp>
        <p:nvSpPr>
          <p:cNvPr id="74" name="CasellaDiTesto 73">
            <a:extLst>
              <a:ext uri="{FF2B5EF4-FFF2-40B4-BE49-F238E27FC236}">
                <a16:creationId xmlns:a16="http://schemas.microsoft.com/office/drawing/2014/main" id="{EA949126-D8F1-EA06-0256-63603982B60E}"/>
              </a:ext>
            </a:extLst>
          </p:cNvPr>
          <p:cNvSpPr txBox="1"/>
          <p:nvPr/>
        </p:nvSpPr>
        <p:spPr>
          <a:xfrm>
            <a:off x="5196966" y="5524215"/>
            <a:ext cx="3914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200" dirty="0"/>
              <a:t>.94</a:t>
            </a:r>
          </a:p>
        </p:txBody>
      </p:sp>
      <p:sp>
        <p:nvSpPr>
          <p:cNvPr id="75" name="CasellaDiTesto 74">
            <a:extLst>
              <a:ext uri="{FF2B5EF4-FFF2-40B4-BE49-F238E27FC236}">
                <a16:creationId xmlns:a16="http://schemas.microsoft.com/office/drawing/2014/main" id="{F42BE663-28B0-8E74-548E-541B09FE6ED1}"/>
              </a:ext>
            </a:extLst>
          </p:cNvPr>
          <p:cNvSpPr txBox="1"/>
          <p:nvPr/>
        </p:nvSpPr>
        <p:spPr>
          <a:xfrm>
            <a:off x="5611646" y="5662714"/>
            <a:ext cx="3914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200" dirty="0"/>
              <a:t>.24</a:t>
            </a:r>
          </a:p>
        </p:txBody>
      </p:sp>
      <p:sp>
        <p:nvSpPr>
          <p:cNvPr id="76" name="CasellaDiTesto 75">
            <a:extLst>
              <a:ext uri="{FF2B5EF4-FFF2-40B4-BE49-F238E27FC236}">
                <a16:creationId xmlns:a16="http://schemas.microsoft.com/office/drawing/2014/main" id="{4C6D82E3-2524-A173-D836-EF852B78C48D}"/>
              </a:ext>
            </a:extLst>
          </p:cNvPr>
          <p:cNvSpPr txBox="1"/>
          <p:nvPr/>
        </p:nvSpPr>
        <p:spPr>
          <a:xfrm>
            <a:off x="6073296" y="5677668"/>
            <a:ext cx="3914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200" dirty="0"/>
              <a:t>.44</a:t>
            </a:r>
          </a:p>
        </p:txBody>
      </p:sp>
      <p:sp>
        <p:nvSpPr>
          <p:cNvPr id="77" name="CasellaDiTesto 76">
            <a:extLst>
              <a:ext uri="{FF2B5EF4-FFF2-40B4-BE49-F238E27FC236}">
                <a16:creationId xmlns:a16="http://schemas.microsoft.com/office/drawing/2014/main" id="{D1A2761C-6093-1674-E1E1-2935314F464B}"/>
              </a:ext>
            </a:extLst>
          </p:cNvPr>
          <p:cNvSpPr txBox="1"/>
          <p:nvPr/>
        </p:nvSpPr>
        <p:spPr>
          <a:xfrm>
            <a:off x="6730614" y="5524215"/>
            <a:ext cx="3914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200" dirty="0"/>
              <a:t>.42</a:t>
            </a:r>
          </a:p>
        </p:txBody>
      </p:sp>
      <p:sp>
        <p:nvSpPr>
          <p:cNvPr id="78" name="CasellaDiTesto 77">
            <a:extLst>
              <a:ext uri="{FF2B5EF4-FFF2-40B4-BE49-F238E27FC236}">
                <a16:creationId xmlns:a16="http://schemas.microsoft.com/office/drawing/2014/main" id="{5D47022C-B7F0-B572-C32A-6BDCFB9055C0}"/>
              </a:ext>
            </a:extLst>
          </p:cNvPr>
          <p:cNvSpPr txBox="1"/>
          <p:nvPr/>
        </p:nvSpPr>
        <p:spPr>
          <a:xfrm>
            <a:off x="10385191" y="1553265"/>
            <a:ext cx="3914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200" dirty="0"/>
              <a:t>.34</a:t>
            </a:r>
          </a:p>
        </p:txBody>
      </p:sp>
      <p:sp>
        <p:nvSpPr>
          <p:cNvPr id="79" name="CasellaDiTesto 78">
            <a:extLst>
              <a:ext uri="{FF2B5EF4-FFF2-40B4-BE49-F238E27FC236}">
                <a16:creationId xmlns:a16="http://schemas.microsoft.com/office/drawing/2014/main" id="{6CFE5BB3-64D7-69E8-1621-9721F2FA6E0B}"/>
              </a:ext>
            </a:extLst>
          </p:cNvPr>
          <p:cNvSpPr txBox="1"/>
          <p:nvPr/>
        </p:nvSpPr>
        <p:spPr>
          <a:xfrm>
            <a:off x="10641132" y="1843360"/>
            <a:ext cx="3914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200" dirty="0"/>
              <a:t>.44</a:t>
            </a:r>
          </a:p>
        </p:txBody>
      </p:sp>
      <p:sp>
        <p:nvSpPr>
          <p:cNvPr id="80" name="CasellaDiTesto 79">
            <a:extLst>
              <a:ext uri="{FF2B5EF4-FFF2-40B4-BE49-F238E27FC236}">
                <a16:creationId xmlns:a16="http://schemas.microsoft.com/office/drawing/2014/main" id="{EB54BA43-6B01-1036-CD87-8AFC49CC9E86}"/>
              </a:ext>
            </a:extLst>
          </p:cNvPr>
          <p:cNvSpPr txBox="1"/>
          <p:nvPr/>
        </p:nvSpPr>
        <p:spPr>
          <a:xfrm>
            <a:off x="10673486" y="2272845"/>
            <a:ext cx="3914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200" dirty="0"/>
              <a:t>.54</a:t>
            </a:r>
          </a:p>
        </p:txBody>
      </p:sp>
      <p:sp>
        <p:nvSpPr>
          <p:cNvPr id="81" name="CasellaDiTesto 80">
            <a:extLst>
              <a:ext uri="{FF2B5EF4-FFF2-40B4-BE49-F238E27FC236}">
                <a16:creationId xmlns:a16="http://schemas.microsoft.com/office/drawing/2014/main" id="{454565FD-161A-B1C5-2BC8-724AF20D1AAA}"/>
              </a:ext>
            </a:extLst>
          </p:cNvPr>
          <p:cNvSpPr txBox="1"/>
          <p:nvPr/>
        </p:nvSpPr>
        <p:spPr>
          <a:xfrm>
            <a:off x="10693507" y="2652321"/>
            <a:ext cx="3914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200" dirty="0"/>
              <a:t>.43</a:t>
            </a:r>
          </a:p>
        </p:txBody>
      </p:sp>
    </p:spTree>
    <p:extLst>
      <p:ext uri="{BB962C8B-B14F-4D97-AF65-F5344CB8AC3E}">
        <p14:creationId xmlns:p14="http://schemas.microsoft.com/office/powerpoint/2010/main" val="18866775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Segnaposto contenuto 3">
            <a:extLst>
              <a:ext uri="{FF2B5EF4-FFF2-40B4-BE49-F238E27FC236}">
                <a16:creationId xmlns:a16="http://schemas.microsoft.com/office/drawing/2014/main" id="{C291B5FC-1882-6EAA-75D9-F63773D4B48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98023852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CasellaDiTesto 4">
            <a:extLst>
              <a:ext uri="{FF2B5EF4-FFF2-40B4-BE49-F238E27FC236}">
                <a16:creationId xmlns:a16="http://schemas.microsoft.com/office/drawing/2014/main" id="{38AAEB40-611F-F307-60F6-95D96D842B3A}"/>
              </a:ext>
            </a:extLst>
          </p:cNvPr>
          <p:cNvSpPr txBox="1"/>
          <p:nvPr/>
        </p:nvSpPr>
        <p:spPr>
          <a:xfrm>
            <a:off x="3200400" y="1126051"/>
            <a:ext cx="1149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Estimator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BA89117F-42DF-279D-FA8D-023FA1A5F736}"/>
              </a:ext>
            </a:extLst>
          </p:cNvPr>
          <p:cNvSpPr txBox="1"/>
          <p:nvPr/>
        </p:nvSpPr>
        <p:spPr>
          <a:xfrm>
            <a:off x="4770120" y="987552"/>
            <a:ext cx="112723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dirty="0"/>
              <a:t>Handling </a:t>
            </a:r>
            <a:br>
              <a:rPr lang="it-IT" dirty="0"/>
            </a:br>
            <a:r>
              <a:rPr lang="it-IT" dirty="0" err="1"/>
              <a:t>NAs</a:t>
            </a:r>
            <a:endParaRPr lang="it-IT" dirty="0"/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DDA686E4-41CC-FBA2-1598-7DC46117224A}"/>
              </a:ext>
            </a:extLst>
          </p:cNvPr>
          <p:cNvSpPr txBox="1"/>
          <p:nvPr/>
        </p:nvSpPr>
        <p:spPr>
          <a:xfrm>
            <a:off x="6294795" y="987552"/>
            <a:ext cx="124886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dirty="0"/>
              <a:t>SE </a:t>
            </a:r>
            <a:br>
              <a:rPr lang="it-IT" dirty="0"/>
            </a:br>
            <a:r>
              <a:rPr lang="it-IT" dirty="0" err="1"/>
              <a:t>estimation</a:t>
            </a:r>
            <a:endParaRPr lang="it-IT" dirty="0"/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6FF493B3-028E-2D7A-985A-CA49A226EB2D}"/>
              </a:ext>
            </a:extLst>
          </p:cNvPr>
          <p:cNvSpPr txBox="1"/>
          <p:nvPr/>
        </p:nvSpPr>
        <p:spPr>
          <a:xfrm>
            <a:off x="7841672" y="849052"/>
            <a:ext cx="119776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dirty="0"/>
              <a:t>[</a:t>
            </a:r>
            <a:r>
              <a:rPr lang="it-IT" dirty="0" err="1"/>
              <a:t>robust</a:t>
            </a:r>
            <a:r>
              <a:rPr lang="it-IT" dirty="0"/>
              <a:t>] </a:t>
            </a:r>
          </a:p>
          <a:p>
            <a:pPr algn="ctr"/>
            <a:r>
              <a:rPr lang="it-IT" dirty="0" err="1"/>
              <a:t>fit</a:t>
            </a:r>
            <a:r>
              <a:rPr lang="it-IT" dirty="0"/>
              <a:t> </a:t>
            </a:r>
            <a:r>
              <a:rPr lang="it-IT" dirty="0" err="1"/>
              <a:t>indices</a:t>
            </a:r>
            <a:r>
              <a:rPr lang="it-IT" dirty="0"/>
              <a:t> </a:t>
            </a:r>
          </a:p>
          <a:p>
            <a:pPr algn="ctr"/>
            <a:r>
              <a:rPr lang="it-IT" dirty="0" err="1"/>
              <a:t>choice</a:t>
            </a:r>
            <a:endParaRPr lang="it-IT" dirty="0"/>
          </a:p>
        </p:txBody>
      </p: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C327AD84-3A49-F00D-7112-C11224D0356F}"/>
              </a:ext>
            </a:extLst>
          </p:cNvPr>
          <p:cNvSpPr txBox="1"/>
          <p:nvPr/>
        </p:nvSpPr>
        <p:spPr>
          <a:xfrm>
            <a:off x="9487982" y="1126051"/>
            <a:ext cx="8667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dirty="0" err="1"/>
              <a:t>results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55697295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95</Words>
  <Application>Microsoft Office PowerPoint</Application>
  <PresentationFormat>Widescreen</PresentationFormat>
  <Paragraphs>66</Paragraphs>
  <Slides>2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Tema di Office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Tommaso Feraco</dc:creator>
  <cp:lastModifiedBy>Tommaso Feraco</cp:lastModifiedBy>
  <cp:revision>1</cp:revision>
  <dcterms:created xsi:type="dcterms:W3CDTF">2026-03-04T10:20:14Z</dcterms:created>
  <dcterms:modified xsi:type="dcterms:W3CDTF">2026-03-25T10:47:01Z</dcterms:modified>
</cp:coreProperties>
</file>